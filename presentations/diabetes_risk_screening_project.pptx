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d89ef208974da8" /><Relationship Type="http://schemas.openxmlformats.org/officeDocument/2006/relationships/extended-properties" Target="/docProps/app.xml" Id="R629943ad48ca4b8b" /><Relationship Type="http://schemas.openxmlformats.org/officeDocument/2006/relationships/officeDocument" Target="/ppt/presentation.xml" Id="R0d09cd3358f747d8" /></Relationships>
</file>

<file path=ppt/presentation.xml><?xml version="1.0" encoding="utf-8"?>
<p:presentation xmlns:p="http://schemas.openxmlformats.org/presentationml/2006/main">
  <p:sldMasterIdLst>
    <p:sldMasterId xmlns:r="http://schemas.openxmlformats.org/officeDocument/2006/relationships" id="2147483648" r:id="Rbd863ac0f1744487"/>
  </p:sldMasterIdLst>
  <p:notesMasterIdLst>
    <p:notesMasterId xmlns:r="http://schemas.openxmlformats.org/officeDocument/2006/relationships" r:id="R0ddb051124a4463e"/>
  </p:notesMasterIdLst>
  <p:sldIdLst>
    <p:sldId xmlns:r="http://schemas.openxmlformats.org/officeDocument/2006/relationships" id="256" r:id="R281993cb8a1a424e"/>
    <p:sldId xmlns:r="http://schemas.openxmlformats.org/officeDocument/2006/relationships" id="257" r:id="R6383d752055d4842"/>
    <p:sldId xmlns:r="http://schemas.openxmlformats.org/officeDocument/2006/relationships" id="258" r:id="Ree80b0669c5948b1"/>
    <p:sldId xmlns:r="http://schemas.openxmlformats.org/officeDocument/2006/relationships" id="259" r:id="R4e0d0e18557b4ca2"/>
    <p:sldId xmlns:r="http://schemas.openxmlformats.org/officeDocument/2006/relationships" id="260" r:id="R8f16862e78ee480d"/>
    <p:sldId xmlns:r="http://schemas.openxmlformats.org/officeDocument/2006/relationships" id="261" r:id="R7fdebf2ff34f43cb"/>
    <p:sldId xmlns:r="http://schemas.openxmlformats.org/officeDocument/2006/relationships" id="262" r:id="Rd080e1340db74e6b"/>
    <p:sldId xmlns:r="http://schemas.openxmlformats.org/officeDocument/2006/relationships" id="263" r:id="R4d4bf4a7bb60475c"/>
    <p:sldId xmlns:r="http://schemas.openxmlformats.org/officeDocument/2006/relationships" id="264" r:id="R20e99953f63e46e3"/>
    <p:sldId xmlns:r="http://schemas.openxmlformats.org/officeDocument/2006/relationships" id="265" r:id="Rc0bc339fee9f48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ce562d64e46ea" /><Relationship Type="http://schemas.openxmlformats.org/officeDocument/2006/relationships/slideMaster" Target="/ppt/slideMasters/slideMaster1.xml" Id="Rbd863ac0f1744487" /><Relationship Type="http://schemas.openxmlformats.org/officeDocument/2006/relationships/notesMaster" Target="/ppt/notesMasters/notesMaster1.xml" Id="R0ddb051124a4463e" /><Relationship Type="http://schemas.openxmlformats.org/officeDocument/2006/relationships/presProps" Target="/ppt/presProps.xml" Id="Ra7cc0091c3ee4582" /><Relationship Type="http://schemas.openxmlformats.org/officeDocument/2006/relationships/tableStyles" Target="/ppt/tableStyles.xml" Id="R7657033947664d3b" /><Relationship Type="http://schemas.openxmlformats.org/officeDocument/2006/relationships/slide" Target="/ppt/slides/slide1.xml" Id="R281993cb8a1a424e" /><Relationship Type="http://schemas.openxmlformats.org/officeDocument/2006/relationships/slide" Target="/ppt/slides/slide2.xml" Id="R6383d752055d4842" /><Relationship Type="http://schemas.openxmlformats.org/officeDocument/2006/relationships/slide" Target="/ppt/slides/slide3.xml" Id="Ree80b0669c5948b1" /><Relationship Type="http://schemas.openxmlformats.org/officeDocument/2006/relationships/slide" Target="/ppt/slides/slide4.xml" Id="R4e0d0e18557b4ca2" /><Relationship Type="http://schemas.openxmlformats.org/officeDocument/2006/relationships/slide" Target="/ppt/slides/slide5.xml" Id="R8f16862e78ee480d" /><Relationship Type="http://schemas.openxmlformats.org/officeDocument/2006/relationships/slide" Target="/ppt/slides/slide6.xml" Id="R7fdebf2ff34f43cb" /><Relationship Type="http://schemas.openxmlformats.org/officeDocument/2006/relationships/slide" Target="/ppt/slides/slide7.xml" Id="Rd080e1340db74e6b" /><Relationship Type="http://schemas.openxmlformats.org/officeDocument/2006/relationships/slide" Target="/ppt/slides/slide8.xml" Id="R4d4bf4a7bb60475c" /><Relationship Type="http://schemas.openxmlformats.org/officeDocument/2006/relationships/slide" Target="/ppt/slides/slide9.xml" Id="R20e99953f63e46e3" /><Relationship Type="http://schemas.openxmlformats.org/officeDocument/2006/relationships/slide" Target="/ppt/slides/slide10.xml" Id="Rc0bc339fee9f48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12641f1d354e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51907aa68147d5" /><Relationship Type="http://schemas.openxmlformats.org/officeDocument/2006/relationships/notesMaster" Target="/ppt/notesMasters/notesMaster1.xml" Id="R6ee42c45fd1e45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533a2a49484c51" /><Relationship Type="http://schemas.openxmlformats.org/officeDocument/2006/relationships/notesMaster" Target="/ppt/notesMasters/notesMaster1.xml" Id="R05414844979249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732643a77d4e07" /><Relationship Type="http://schemas.openxmlformats.org/officeDocument/2006/relationships/notesMaster" Target="/ppt/notesMasters/notesMaster1.xml" Id="Rc804bd189c954f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c8913588294f81" /><Relationship Type="http://schemas.openxmlformats.org/officeDocument/2006/relationships/notesMaster" Target="/ppt/notesMasters/notesMaster1.xml" Id="R316adc0fda0842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443803accf40eb" /><Relationship Type="http://schemas.openxmlformats.org/officeDocument/2006/relationships/notesMaster" Target="/ppt/notesMasters/notesMaster1.xml" Id="R87d49049635747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3b9048370f4664" /><Relationship Type="http://schemas.openxmlformats.org/officeDocument/2006/relationships/notesMaster" Target="/ppt/notesMasters/notesMaster1.xml" Id="R6baf3f9f729543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3db467597c4e7a" /><Relationship Type="http://schemas.openxmlformats.org/officeDocument/2006/relationships/notesMaster" Target="/ppt/notesMasters/notesMaster1.xml" Id="R45cf6ab09d3c43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46a1aba66244b0" /><Relationship Type="http://schemas.openxmlformats.org/officeDocument/2006/relationships/notesMaster" Target="/ppt/notesMasters/notesMaster1.xml" Id="Rc55c37a8c2fc4a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b2ff67ab68415d" /><Relationship Type="http://schemas.openxmlformats.org/officeDocument/2006/relationships/notesMaster" Target="/ppt/notesMasters/notesMaster1.xml" Id="R6bfaf26de55448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97cc57c1954645" /><Relationship Type="http://schemas.openxmlformats.org/officeDocument/2006/relationships/notesMaster" Target="/ppt/notesMasters/notesMaster1.xml" Id="R1647100d379144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2015 U.S. BRFSS Diabetes Health Indicators data and the course project. Replace the three member placeholders and class-section placeholder before presenting. The project compares a fixed real-data M1 model with alternatives; the app is a screening demonstration, not a clinical tool. Sources: README.md; application/risk_model.py.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Supervised learning setup: survey answers go in, logistic regression produces a score, and a threshold turns that score into a screening flag. The label is reported diagnosis, so class 0 does not mean biologically diabetes-free. Project target 0 includes prediabetes and pregnancy-only diabetes.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original Kaggle CSV variants: multiclass file 253,680 rows; binary unbalanced file 253,680 with 218,334 negative and 35,346 positive; balanced binary file 70,692 with 35,346 per class. After cleaning and deduplication, the project’s final balanced modeling file has 70,194 rows, split into 56,155 train and 14,039 test. For the 3-class file labels are 0 no diabetes, 1 prediabetes, 2 diabetes. Binary class 0 combines the first two plus pregnancy-only category; class 1 is reported diabetes. Sources: data/01_original CSVs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research questions stated in the EDA notebook: feature-to-feature relationships, features related to the target, group patterns across demographics and health measures, and lifestyle indicators. EDA is descriptive, not causal.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reports target correlations: GenHlth 0.38, HighBP 0.36, BMI 0.30, HighChol 0.27, DiffWalk 0.25, Age 0.24. Physical activity is the clearest lifestyle association at −0.13; fruit and vegetable indicators are near zero. Correlation is not causal; ordinal codes were treated numerically for descriptive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balanced dataset has 70,194 rows. Existing split: 56,155 training rows and 14,039 held-out rows. M1 has 14 features and standardizes selected non-binary inputs inside its pipeline. The selected threshold about 0.396 came from out-of-fold training predictions for the working 85% recall target. Test was held for final scoring, but later reused across experiments; it is no longer fresh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threshold 0.396314, M1 test recall 0.8501, specificity 0.6021, balanced precision 0.6812, accuracy 0.7261, ROC AUC 0.8003, Brier 0.1817. Confusion: TP 5,967; FN 1,052; TN 4,227; FP 2,793. Balanced test contains 7,019 positive and 7,020 negative rows. Approximate 14% prevalence adjustment yields precision ~25.8% and share flagged ~46.1%; not an individual calibrated probability. Recall measures cases found; specificity/precision show false-alarm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recall 85.012%, specificity 60.214%. M2 saved synthetic model: 84.870%, 59.943%, AUC 0.7999. Real-only 128k control: 84.884%, 60.399%, AUC 0.8003. New CART-synthetic: 85.311% recall but specificity 59.074%, AUC 0.7984. L2 C=.1: 84.998% recall and 60.214% specificity. No synthetic model improved the agreed success metric. Test set reused, so exploratory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Streamlit app uses M1 and its 14 features. The UI has two broad screening outcomes and no diagnosis. Optional AI response is opt-in and general information. The data is self-reported, U.S., and from 2015, so do not suggest clinical validity or Philippine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keeping M1 for the demonstration because alternatives did not improve the agreed metric. Disclose balanced data and the reused test limitation. For stronger evidence, evaluate against fresh real respondents. Confirm the working recall target and acceptable false-alarm workload with the instructor/group. Sources: README.md and notebook 10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122736bef34a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d6b6318dd04f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8c011d706344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ea9b333cc045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6ad65006ee49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747e2075a74e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A9BBF5-5765-4BFF-9AC3-A82965C11B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F8C721-AEA4-44BC-AECE-24F0FA1ECC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0F4859-76E4-4AEC-9877-8C92305BC0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0E77FB-1A43-4C30-902E-8F53A25241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879A9A-3B8D-438A-B23A-1808AC07DF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82A5D3-1C9F-4FCD-87BF-10C6FF03DA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20030E-6AF5-49A3-BD43-DF337980F4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6D6A91-0050-4D5C-A62F-2795ABEDB0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24EAA-AD67-4F42-9E81-BF9C142F7C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C7CF23-F45C-4E27-938F-ACBB546F66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f5112ec3544b81" /><Relationship Type="http://schemas.openxmlformats.org/officeDocument/2006/relationships/slideLayout" Target="/ppt/slideLayouts/slideLayout1.xml" Id="Rb710b0db824740c1" /><Relationship Type="http://schemas.openxmlformats.org/officeDocument/2006/relationships/slideLayout" Target="/ppt/slideLayouts/slideLayout2.xml" Id="R7655bc3660b646c8" /><Relationship Type="http://schemas.openxmlformats.org/officeDocument/2006/relationships/slideLayout" Target="/ppt/slideLayouts/slideLayout3.xml" Id="Rb40fd93066b54a6a" /><Relationship Type="http://schemas.openxmlformats.org/officeDocument/2006/relationships/slideLayout" Target="/ppt/slideLayouts/slideLayout4.xml" Id="Ra2a805971e2d4cdc" /><Relationship Type="http://schemas.openxmlformats.org/officeDocument/2006/relationships/slideLayout" Target="/ppt/slideLayouts/slideLayout5.xml" Id="Rf720347dceef4e34" /><Relationship Type="http://schemas.openxmlformats.org/officeDocument/2006/relationships/slideLayout" Target="/ppt/slideLayouts/slideLayout6.xml" Id="R24bd43f4c19046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10b0db824740c1"/>
    <p:sldLayoutId xmlns:r="http://schemas.openxmlformats.org/officeDocument/2006/relationships" id="2147483650" r:id="R7655bc3660b646c8"/>
    <p:sldLayoutId xmlns:r="http://schemas.openxmlformats.org/officeDocument/2006/relationships" id="2147483651" r:id="Rb40fd93066b54a6a"/>
    <p:sldLayoutId xmlns:r="http://schemas.openxmlformats.org/officeDocument/2006/relationships" id="2147483652" r:id="Ra2a805971e2d4cdc"/>
    <p:sldLayoutId xmlns:r="http://schemas.openxmlformats.org/officeDocument/2006/relationships" id="2147483653" r:id="Rf720347dceef4e34"/>
    <p:sldLayoutId xmlns:r="http://schemas.openxmlformats.org/officeDocument/2006/relationships" id="2147483654" r:id="R24bd43f4c19046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ab82ab5a8e456d" /><Relationship Type="http://schemas.openxmlformats.org/officeDocument/2006/relationships/notesSlide" Target="/ppt/notesSlides/notesSlide1.xml" Id="R9926d0c5a0d64a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da1e8c33ae4b92" /><Relationship Type="http://schemas.openxmlformats.org/officeDocument/2006/relationships/notesSlide" Target="/ppt/notesSlides/notesSlide2.xml" Id="R6000395cb6eb4a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10644449ad4e0b" /><Relationship Type="http://schemas.openxmlformats.org/officeDocument/2006/relationships/notesSlide" Target="/ppt/notesSlides/notesSlide3.xml" Id="R3fb35f72983a46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0d2a8e24a24a52" /><Relationship Type="http://schemas.openxmlformats.org/officeDocument/2006/relationships/notesSlide" Target="/ppt/notesSlides/notesSlide4.xml" Id="R4fc53e16cac84c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e1768a1dc2495c" /><Relationship Type="http://schemas.openxmlformats.org/officeDocument/2006/relationships/chart" Target="/ppt/slides/charts/chart1.xml" Id="R50c0be8c815b4411" /><Relationship Type="http://schemas.openxmlformats.org/officeDocument/2006/relationships/notesSlide" Target="/ppt/notesSlides/notesSlide5.xml" Id="R50cd5469c8f243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80fe7db2b34f50" /><Relationship Type="http://schemas.openxmlformats.org/officeDocument/2006/relationships/notesSlide" Target="/ppt/notesSlides/notesSlide6.xml" Id="Rc1437b72318a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1ff3cb37a843b7" /><Relationship Type="http://schemas.openxmlformats.org/officeDocument/2006/relationships/notesSlide" Target="/ppt/notesSlides/notesSlide7.xml" Id="R7245ba5f443740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0521dbc2184eb1" /><Relationship Type="http://schemas.openxmlformats.org/officeDocument/2006/relationships/chart" Target="/ppt/slides/charts/chart2.xml" Id="R26f9711681d24842" /><Relationship Type="http://schemas.openxmlformats.org/officeDocument/2006/relationships/notesSlide" Target="/ppt/notesSlides/notesSlide8.xml" Id="Raead5f7a51064f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c194733c5840ef" /><Relationship Type="http://schemas.openxmlformats.org/officeDocument/2006/relationships/notesSlide" Target="/ppt/notesSlides/notesSlide9.xml" Id="R7834812ea47c4e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b8af1b5b9b4dbc" /><Relationship Type="http://schemas.openxmlformats.org/officeDocument/2006/relationships/notesSlide" Target="/ppt/notesSlides/notesSlide10.xml" Id="R880cc3d905b8458f" /></Relationships>
</file>

<file path=ppt/slides/charts/chart1.xml><?xml version="1.0" encoding="utf-8"?>
<c:chartSpace xmlns:c="http://schemas.openxmlformats.org/drawingml/2006/chart">
  <c:lang val="en-US"/>
  <c:chart>
    <c:plotArea>
      <c:barChart>
        <c:barDir val="bar"/>
        <c:grouping val="clustered"/>
        <c:varyColors val="0"/>
        <c:ser>
          <c:idx val="0"/>
          <c:order val="0"/>
          <c:tx>
            <c:v>Correlation</c:v>
          </c:tx>
          <c:spPr>
            <a:solidFill xmlns:a="http://schemas.openxmlformats.org/drawingml/2006/main">
              <a:srgbClr val="009F9A"/>
            </a:solidFill>
          </c:spPr>
          <c:invertIfNegative val="0"/>
          <c:dPt>
            <c:idx val="0"/>
            <c:invertIfNegative val="0"/>
            <c:spPr>
              <a:solidFill xmlns:a="http://schemas.openxmlformats.org/drawingml/2006/main">
                <a:srgbClr val="3D7897"/>
              </a:solidFill>
            </c:spPr>
          </c:dPt>
          <c:dPt>
            <c:idx val="1"/>
            <c:invertIfNegative val="0"/>
            <c:spPr>
              <a:solidFill xmlns:a="http://schemas.openxmlformats.org/drawingml/2006/main">
                <a:srgbClr val="3D7897"/>
              </a:solidFill>
            </c:spPr>
          </c:dPt>
          <c:dPt>
            <c:idx val="2"/>
            <c:invertIfNegative val="0"/>
            <c:spPr>
              <a:solidFill xmlns:a="http://schemas.openxmlformats.org/drawingml/2006/main">
                <a:srgbClr val="3D7897"/>
              </a:solidFill>
            </c:spPr>
          </c:dPt>
          <c:cat>
            <c:strLit>
              <c:ptCount val="11"/>
              <c:pt idx="0">
                <c:v>Income</c:v>
              </c:pt>
              <c:pt idx="1">
                <c:v>Education</c:v>
              </c:pt>
              <c:pt idx="2">
                <c:v>PhysActivity</c:v>
              </c:pt>
              <c:pt idx="3">
                <c:v>PhysHlth</c:v>
              </c:pt>
              <c:pt idx="4">
                <c:v>HeartDisease</c:v>
              </c:pt>
              <c:pt idx="5">
                <c:v>Age</c:v>
              </c:pt>
              <c:pt idx="6">
                <c:v>DiffWalk</c:v>
              </c:pt>
              <c:pt idx="7">
                <c:v>HighChol</c:v>
              </c:pt>
              <c:pt idx="8">
                <c:v>BMI</c:v>
              </c:pt>
              <c:pt idx="9">
                <c:v>HighBP</c:v>
              </c:pt>
              <c:pt idx="10">
                <c:v>GenHlth</c:v>
              </c:pt>
            </c:strLit>
          </c:cat>
          <c:val>
            <c:numLit>
              <c:formatCode>General</c:formatCode>
              <c:ptCount val="11"/>
              <c:pt idx="0">
                <c:v>-0.19</c:v>
              </c:pt>
              <c:pt idx="1">
                <c:v>-0.13</c:v>
              </c:pt>
              <c:pt idx="2">
                <c:v>-0.13</c:v>
              </c:pt>
              <c:pt idx="3">
                <c:v>0.18</c:v>
              </c:pt>
              <c:pt idx="4">
                <c:v>0.2</c:v>
              </c:pt>
              <c:pt idx="5">
                <c:v>0.24</c:v>
              </c:pt>
              <c:pt idx="6">
                <c:v>0.25</c:v>
              </c:pt>
              <c:pt idx="7">
                <c:v>0.27</c:v>
              </c:pt>
              <c:pt idx="8">
                <c:v>0.3</c:v>
              </c:pt>
              <c:pt idx="9">
                <c:v>0.36</c:v>
              </c:pt>
              <c:pt idx="10">
                <c:v>0.38</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b="1">
                  <a:solidFill>
                    <a:srgbClr val="15313A"/>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CE2DF"/>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C7077"/>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15313A"/>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Recall</c:v>
          </c:tx>
          <c:spPr>
            <a:solidFill xmlns:a="http://schemas.openxmlformats.org/drawingml/2006/main">
              <a:srgbClr val="009F9A"/>
            </a:solidFill>
          </c:spPr>
          <c:invertIfNegative val="0"/>
          <c:cat>
            <c:strLit>
              <c:ptCount val="4"/>
              <c:pt idx="0">
                <c:v>M1 · 70k real</c:v>
              </c:pt>
              <c:pt idx="1">
                <c:v>M2 · 200k synthetic</c:v>
              </c:pt>
              <c:pt idx="2">
                <c:v>Real-only · 128k</c:v>
              </c:pt>
              <c:pt idx="3">
                <c:v>CART synth · 200k</c:v>
              </c:pt>
            </c:strLit>
          </c:cat>
          <c:val>
            <c:numLit>
              <c:formatCode>0%</c:formatCode>
              <c:ptCount val="4"/>
              <c:pt idx="0">
                <c:v>0.8501</c:v>
              </c:pt>
              <c:pt idx="1">
                <c:v>0.8487</c:v>
              </c:pt>
              <c:pt idx="2">
                <c:v>0.8488</c:v>
              </c:pt>
              <c:pt idx="3">
                <c:v>0.8531</c:v>
              </c:pt>
            </c:numLit>
          </c:val>
        </c:ser>
        <c:ser>
          <c:idx val="1"/>
          <c:order val="1"/>
          <c:tx>
            <c:v>Specificity</c:v>
          </c:tx>
          <c:spPr>
            <a:solidFill xmlns:a="http://schemas.openxmlformats.org/drawingml/2006/main">
              <a:srgbClr val="E36D5F"/>
            </a:solidFill>
          </c:spPr>
          <c:invertIfNegative val="0"/>
          <c:cat>
            <c:strLit>
              <c:ptCount val="4"/>
              <c:pt idx="0">
                <c:v>M1 · 70k real</c:v>
              </c:pt>
              <c:pt idx="1">
                <c:v>M2 · 200k synthetic</c:v>
              </c:pt>
              <c:pt idx="2">
                <c:v>Real-only · 128k</c:v>
              </c:pt>
              <c:pt idx="3">
                <c:v>CART synth · 200k</c:v>
              </c:pt>
            </c:strLit>
          </c:cat>
          <c:val>
            <c:numLit>
              <c:formatCode>0%</c:formatCode>
              <c:ptCount val="4"/>
              <c:pt idx="0">
                <c:v>0.6021</c:v>
              </c:pt>
              <c:pt idx="1">
                <c:v>0.5994</c:v>
              </c:pt>
              <c:pt idx="2">
                <c:v>0.604</c:v>
              </c:pt>
              <c:pt idx="3">
                <c:v>0.5907</c:v>
              </c:pt>
            </c:numLit>
          </c:val>
        </c:ser>
        <c:dLbls>
          <c:numFmt formatCode="0.0%" sourceLinked="0"/>
          <c:txPr>
            <a:bodyPr xmlns:a="http://schemas.openxmlformats.org/drawingml/2006/main" anchorCtr="1"/>
            <a:lstStyle xmlns:a="http://schemas.openxmlformats.org/drawingml/2006/main"/>
            <a:p xmlns:a="http://schemas.openxmlformats.org/drawingml/2006/main">
              <a:pPr>
                <a:defRPr sz="975" b="1">
                  <a:solidFill>
                    <a:srgbClr val="15313A"/>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5313A"/>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DCE2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7077"/>
                </a:solidFil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5313A"/>
              </a:solidFill>
            </a:defRPr>
          </a:pPr>
        </a:p>
      </c:txPr>
    </c:legend>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B273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F4124E-FA46-423D-A9B4-6A3049F957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9F9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8E7D32-E273-4551-96D5-408C847518E0}"/>
              </a:ext>
            </a:extLst>
          </p:cNvPr>
          <p:cNvSpPr>
            <a:spLocks xmlns:a="http://schemas.openxmlformats.org/drawingml/2006/main" noGrp="1"/>
          </p:cNvSpPr>
          <p:nvPr/>
        </p:nvSpPr>
        <p:spPr>
          <a:xfrm xmlns:a="http://schemas.openxmlformats.org/drawingml/2006/main">
            <a:off x="685800" y="55245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C9C4"/>
                </a:solidFill>
                <a:latin typeface="Arial"/>
                <a:ea typeface="Arial"/>
                <a:cs typeface="Arial"/>
              </a:defRPr>
            </a:defPPr>
            <a:lvl1pPr algn="l">
              <a:defRPr sz="1350" b="1">
                <a:solidFill>
                  <a:srgbClr val="77C9C4"/>
                </a:solidFill>
                <a:latin typeface="Arial"/>
                <a:ea typeface="Arial"/>
                <a:cs typeface="Arial"/>
              </a:defRPr>
            </a:lvl1pPr>
            <a:lvl2pPr algn="l">
              <a:defRPr sz="1350" b="1">
                <a:solidFill>
                  <a:srgbClr val="77C9C4"/>
                </a:solidFill>
                <a:latin typeface="Arial"/>
                <a:ea typeface="Arial"/>
                <a:cs typeface="Arial"/>
              </a:defRPr>
            </a:lvl2pPr>
            <a:lvl3pPr algn="l">
              <a:defRPr sz="1350" b="1">
                <a:solidFill>
                  <a:srgbClr val="77C9C4"/>
                </a:solidFill>
                <a:latin typeface="Arial"/>
                <a:ea typeface="Arial"/>
                <a:cs typeface="Arial"/>
              </a:defRPr>
            </a:lvl3pPr>
            <a:lvl4pPr algn="l">
              <a:defRPr sz="1350" b="1">
                <a:solidFill>
                  <a:srgbClr val="77C9C4"/>
                </a:solidFill>
                <a:latin typeface="Arial"/>
                <a:ea typeface="Arial"/>
                <a:cs typeface="Arial"/>
              </a:defRPr>
            </a:lvl4pPr>
            <a:lvl5pPr algn="l">
              <a:defRPr sz="1350" b="1">
                <a:solidFill>
                  <a:srgbClr val="77C9C4"/>
                </a:solidFill>
                <a:latin typeface="Arial"/>
                <a:ea typeface="Arial"/>
                <a:cs typeface="Arial"/>
              </a:defRPr>
            </a:lvl5pPr>
            <a:lvl6pPr algn="l">
              <a:defRPr sz="1350" b="1">
                <a:solidFill>
                  <a:srgbClr val="77C9C4"/>
                </a:solidFill>
                <a:latin typeface="Arial"/>
                <a:ea typeface="Arial"/>
                <a:cs typeface="Arial"/>
              </a:defRPr>
            </a:lvl6pPr>
            <a:lvl7pPr algn="l">
              <a:defRPr sz="1350" b="1">
                <a:solidFill>
                  <a:srgbClr val="77C9C4"/>
                </a:solidFill>
                <a:latin typeface="Arial"/>
                <a:ea typeface="Arial"/>
                <a:cs typeface="Arial"/>
              </a:defRPr>
            </a:lvl7pPr>
            <a:lvl8pPr algn="l">
              <a:defRPr sz="1350" b="1">
                <a:solidFill>
                  <a:srgbClr val="77C9C4"/>
                </a:solidFill>
                <a:latin typeface="Arial"/>
                <a:ea typeface="Arial"/>
                <a:cs typeface="Arial"/>
              </a:defRPr>
            </a:lvl8pPr>
            <a:lvl9pPr algn="l">
              <a:defRPr sz="1350" b="1">
                <a:solidFill>
                  <a:srgbClr val="77C9C4"/>
                </a:solidFill>
                <a:latin typeface="Arial"/>
                <a:ea typeface="Arial"/>
                <a:cs typeface="Arial"/>
              </a:defRPr>
            </a:lvl9pPr>
          </a:lstStyle>
          <a:p xmlns:a="http://schemas.openxmlformats.org/drawingml/2006/main">
            <a:pPr algn="l">
              <a:lnSpc>
                <a:spcPct val="102000"/>
              </a:lnSpc>
              <a:buNone/>
              <a:defRPr sz="1350" b="1">
                <a:solidFill>
                  <a:srgbClr val="77C9C4"/>
                </a:solidFill>
                <a:latin typeface="Arial"/>
                <a:ea typeface="Arial"/>
                <a:cs typeface="Arial"/>
              </a:defRPr>
            </a:pPr>
            <a:r>
              <a:rPr sz="1350" b="1">
                <a:solidFill>
                  <a:srgbClr val="77C9C4"/>
                </a:solidFill>
                <a:latin typeface="Arial"/>
                <a:ea typeface="Arial"/>
                <a:cs typeface="Arial"/>
              </a:rPr>
              <a:t>CSE 201 · DATA SCIENCE FUNDAMENTALS</a:t>
            </a:r>
          </a:p>
        </p:txBody>
      </p:sp>
      <p:sp>
        <p:nvSpPr>
          <p:cNvPr id="3" name="">
            <a:extLst xmlns:a="http://schemas.openxmlformats.org/drawingml/2006/main">
              <a:ext uri="{FF2B5EF4-FFF2-40B4-BE49-F238E27FC236}">
                <a16:creationId xmlns:a16="http://schemas.microsoft.com/office/drawing/2014/main" id="{2C1CAA08-3054-491D-BC51-7056B0A9E182}"/>
              </a:ext>
            </a:extLst>
          </p:cNvPr>
          <p:cNvSpPr>
            <a:spLocks xmlns:a="http://schemas.openxmlformats.org/drawingml/2006/main" noGrp="1"/>
          </p:cNvSpPr>
          <p:nvPr/>
        </p:nvSpPr>
        <p:spPr>
          <a:xfrm xmlns:a="http://schemas.openxmlformats.org/drawingml/2006/main">
            <a:off x="685800" y="1295400"/>
            <a:ext cx="685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75" b="1">
                <a:solidFill>
                  <a:srgbClr val="FFFFFF"/>
                </a:solidFill>
                <a:latin typeface="Arial"/>
                <a:ea typeface="Arial"/>
                <a:cs typeface="Arial"/>
              </a:defRPr>
            </a:defPPr>
            <a:lvl1pPr algn="l">
              <a:defRPr sz="4875" b="1">
                <a:solidFill>
                  <a:srgbClr val="FFFFFF"/>
                </a:solidFill>
                <a:latin typeface="Arial"/>
                <a:ea typeface="Arial"/>
                <a:cs typeface="Arial"/>
              </a:defRPr>
            </a:lvl1pPr>
            <a:lvl2pPr algn="l">
              <a:defRPr sz="4875" b="1">
                <a:solidFill>
                  <a:srgbClr val="FFFFFF"/>
                </a:solidFill>
                <a:latin typeface="Arial"/>
                <a:ea typeface="Arial"/>
                <a:cs typeface="Arial"/>
              </a:defRPr>
            </a:lvl2pPr>
            <a:lvl3pPr algn="l">
              <a:defRPr sz="4875" b="1">
                <a:solidFill>
                  <a:srgbClr val="FFFFFF"/>
                </a:solidFill>
                <a:latin typeface="Arial"/>
                <a:ea typeface="Arial"/>
                <a:cs typeface="Arial"/>
              </a:defRPr>
            </a:lvl3pPr>
            <a:lvl4pPr algn="l">
              <a:defRPr sz="4875" b="1">
                <a:solidFill>
                  <a:srgbClr val="FFFFFF"/>
                </a:solidFill>
                <a:latin typeface="Arial"/>
                <a:ea typeface="Arial"/>
                <a:cs typeface="Arial"/>
              </a:defRPr>
            </a:lvl4pPr>
            <a:lvl5pPr algn="l">
              <a:defRPr sz="4875" b="1">
                <a:solidFill>
                  <a:srgbClr val="FFFFFF"/>
                </a:solidFill>
                <a:latin typeface="Arial"/>
                <a:ea typeface="Arial"/>
                <a:cs typeface="Arial"/>
              </a:defRPr>
            </a:lvl5pPr>
            <a:lvl6pPr algn="l">
              <a:defRPr sz="4875" b="1">
                <a:solidFill>
                  <a:srgbClr val="FFFFFF"/>
                </a:solidFill>
                <a:latin typeface="Arial"/>
                <a:ea typeface="Arial"/>
                <a:cs typeface="Arial"/>
              </a:defRPr>
            </a:lvl6pPr>
            <a:lvl7pPr algn="l">
              <a:defRPr sz="4875" b="1">
                <a:solidFill>
                  <a:srgbClr val="FFFFFF"/>
                </a:solidFill>
                <a:latin typeface="Arial"/>
                <a:ea typeface="Arial"/>
                <a:cs typeface="Arial"/>
              </a:defRPr>
            </a:lvl7pPr>
            <a:lvl8pPr algn="l">
              <a:defRPr sz="4875" b="1">
                <a:solidFill>
                  <a:srgbClr val="FFFFFF"/>
                </a:solidFill>
                <a:latin typeface="Arial"/>
                <a:ea typeface="Arial"/>
                <a:cs typeface="Arial"/>
              </a:defRPr>
            </a:lvl8pPr>
            <a:lvl9pPr algn="l">
              <a:defRPr sz="4875" b="1">
                <a:solidFill>
                  <a:srgbClr val="FFFFFF"/>
                </a:solidFill>
                <a:latin typeface="Arial"/>
                <a:ea typeface="Arial"/>
                <a:cs typeface="Arial"/>
              </a:defRPr>
            </a:lvl9pPr>
          </a:lstStyle>
          <a:p xmlns:a="http://schemas.openxmlformats.org/drawingml/2006/main">
            <a:pPr algn="l">
              <a:lnSpc>
                <a:spcPct val="102000"/>
              </a:lnSpc>
              <a:buNone/>
              <a:defRPr sz="4875" b="1">
                <a:solidFill>
                  <a:srgbClr val="FFFFFF"/>
                </a:solidFill>
                <a:latin typeface="Arial"/>
                <a:ea typeface="Arial"/>
                <a:cs typeface="Arial"/>
              </a:defRPr>
            </a:pPr>
            <a:r>
              <a:rPr sz="4875" b="1">
                <a:solidFill>
                  <a:srgbClr val="FFFFFF"/>
                </a:solidFill>
                <a:latin typeface="Arial"/>
                <a:ea typeface="Arial"/>
                <a:cs typeface="Arial"/>
              </a:rPr>
              <a:t>Diabetes risk</a:t>
            </a:r>
          </a:p>
          <a:p xmlns:a="http://schemas.openxmlformats.org/drawingml/2006/main">
            <a:pPr algn="l">
              <a:lnSpc>
                <a:spcPct val="102000"/>
              </a:lnSpc>
              <a:buNone/>
              <a:defRPr sz="4875" b="1">
                <a:solidFill>
                  <a:srgbClr val="FFFFFF"/>
                </a:solidFill>
                <a:latin typeface="Arial"/>
                <a:ea typeface="Arial"/>
                <a:cs typeface="Arial"/>
              </a:defRPr>
            </a:pPr>
            <a:r>
              <a:rPr sz="4875" b="1">
                <a:solidFill>
                  <a:srgbClr val="FFFFFF"/>
                </a:solidFill>
                <a:latin typeface="Arial"/>
                <a:ea typeface="Arial"/>
                <a:cs typeface="Arial"/>
              </a:rPr>
              <a:t>screening</a:t>
            </a:r>
          </a:p>
        </p:txBody>
      </p:sp>
      <p:sp>
        <p:nvSpPr>
          <p:cNvPr id="4" name="">
            <a:extLst xmlns:a="http://schemas.openxmlformats.org/drawingml/2006/main">
              <a:ext uri="{FF2B5EF4-FFF2-40B4-BE49-F238E27FC236}">
                <a16:creationId xmlns:a16="http://schemas.microsoft.com/office/drawing/2014/main" id="{9CFEAE7C-FACB-46D8-87AA-4A0304F7ECA4}"/>
              </a:ext>
            </a:extLst>
          </p:cNvPr>
          <p:cNvSpPr>
            <a:spLocks xmlns:a="http://schemas.openxmlformats.org/drawingml/2006/main" noGrp="1"/>
          </p:cNvSpPr>
          <p:nvPr/>
        </p:nvSpPr>
        <p:spPr>
          <a:xfrm xmlns:a="http://schemas.openxmlformats.org/drawingml/2006/main">
            <a:off x="723900" y="3209925"/>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D7E3E1"/>
                </a:solidFill>
                <a:latin typeface="Arial"/>
                <a:ea typeface="Arial"/>
                <a:cs typeface="Arial"/>
              </a:defRPr>
            </a:defPPr>
            <a:lvl1pPr algn="l">
              <a:defRPr sz="1950" b="0">
                <a:solidFill>
                  <a:srgbClr val="D7E3E1"/>
                </a:solidFill>
                <a:latin typeface="Arial"/>
                <a:ea typeface="Arial"/>
                <a:cs typeface="Arial"/>
              </a:defRPr>
            </a:lvl1pPr>
            <a:lvl2pPr algn="l">
              <a:defRPr sz="1950" b="0">
                <a:solidFill>
                  <a:srgbClr val="D7E3E1"/>
                </a:solidFill>
                <a:latin typeface="Arial"/>
                <a:ea typeface="Arial"/>
                <a:cs typeface="Arial"/>
              </a:defRPr>
            </a:lvl2pPr>
            <a:lvl3pPr algn="l">
              <a:defRPr sz="1950" b="0">
                <a:solidFill>
                  <a:srgbClr val="D7E3E1"/>
                </a:solidFill>
                <a:latin typeface="Arial"/>
                <a:ea typeface="Arial"/>
                <a:cs typeface="Arial"/>
              </a:defRPr>
            </a:lvl3pPr>
            <a:lvl4pPr algn="l">
              <a:defRPr sz="1950" b="0">
                <a:solidFill>
                  <a:srgbClr val="D7E3E1"/>
                </a:solidFill>
                <a:latin typeface="Arial"/>
                <a:ea typeface="Arial"/>
                <a:cs typeface="Arial"/>
              </a:defRPr>
            </a:lvl4pPr>
            <a:lvl5pPr algn="l">
              <a:defRPr sz="1950" b="0">
                <a:solidFill>
                  <a:srgbClr val="D7E3E1"/>
                </a:solidFill>
                <a:latin typeface="Arial"/>
                <a:ea typeface="Arial"/>
                <a:cs typeface="Arial"/>
              </a:defRPr>
            </a:lvl5pPr>
            <a:lvl6pPr algn="l">
              <a:defRPr sz="1950" b="0">
                <a:solidFill>
                  <a:srgbClr val="D7E3E1"/>
                </a:solidFill>
                <a:latin typeface="Arial"/>
                <a:ea typeface="Arial"/>
                <a:cs typeface="Arial"/>
              </a:defRPr>
            </a:lvl6pPr>
            <a:lvl7pPr algn="l">
              <a:defRPr sz="1950" b="0">
                <a:solidFill>
                  <a:srgbClr val="D7E3E1"/>
                </a:solidFill>
                <a:latin typeface="Arial"/>
                <a:ea typeface="Arial"/>
                <a:cs typeface="Arial"/>
              </a:defRPr>
            </a:lvl7pPr>
            <a:lvl8pPr algn="l">
              <a:defRPr sz="1950" b="0">
                <a:solidFill>
                  <a:srgbClr val="D7E3E1"/>
                </a:solidFill>
                <a:latin typeface="Arial"/>
                <a:ea typeface="Arial"/>
                <a:cs typeface="Arial"/>
              </a:defRPr>
            </a:lvl8pPr>
            <a:lvl9pPr algn="l">
              <a:defRPr sz="1950" b="0">
                <a:solidFill>
                  <a:srgbClr val="D7E3E1"/>
                </a:solidFill>
                <a:latin typeface="Arial"/>
                <a:ea typeface="Arial"/>
                <a:cs typeface="Arial"/>
              </a:defRPr>
            </a:lvl9pPr>
          </a:lstStyle>
          <a:p xmlns:a="http://schemas.openxmlformats.org/drawingml/2006/main">
            <a:pPr algn="l">
              <a:lnSpc>
                <a:spcPct val="102000"/>
              </a:lnSpc>
              <a:buNone/>
              <a:defRPr sz="1950" b="0">
                <a:solidFill>
                  <a:srgbClr val="D7E3E1"/>
                </a:solidFill>
                <a:latin typeface="Arial"/>
                <a:ea typeface="Arial"/>
                <a:cs typeface="Arial"/>
              </a:defRPr>
            </a:pPr>
            <a:r>
              <a:rPr sz="1950" b="0">
                <a:solidFill>
                  <a:srgbClr val="D7E3E1"/>
                </a:solidFill>
                <a:latin typeface="Arial"/>
                <a:ea typeface="Arial"/>
                <a:cs typeface="Arial"/>
              </a:rPr>
              <a:t>BRFSS 2015 · Diabetes Health Indicators</a:t>
            </a:r>
          </a:p>
        </p:txBody>
      </p:sp>
      <p:sp>
        <p:nvSpPr>
          <p:cNvPr id="5" name="">
            <a:extLst xmlns:a="http://schemas.openxmlformats.org/drawingml/2006/main">
              <a:ext uri="{FF2B5EF4-FFF2-40B4-BE49-F238E27FC236}">
                <a16:creationId xmlns:a16="http://schemas.microsoft.com/office/drawing/2014/main" id="{BF723AB8-EFB5-4623-A119-F7EA1CD315B7}"/>
              </a:ext>
            </a:extLst>
          </p:cNvPr>
          <p:cNvSpPr>
            <a:spLocks xmlns:a="http://schemas.openxmlformats.org/drawingml/2006/main" noGrp="1"/>
          </p:cNvSpPr>
          <p:nvPr/>
        </p:nvSpPr>
        <p:spPr>
          <a:xfrm xmlns:a="http://schemas.openxmlformats.org/drawingml/2006/main">
            <a:off x="723900" y="3667125"/>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6C9C9"/>
                </a:solidFill>
                <a:latin typeface="Arial"/>
                <a:ea typeface="Arial"/>
                <a:cs typeface="Arial"/>
              </a:defRPr>
            </a:defPPr>
            <a:lvl1pPr algn="l">
              <a:defRPr sz="1650" b="0">
                <a:solidFill>
                  <a:srgbClr val="B6C9C9"/>
                </a:solidFill>
                <a:latin typeface="Arial"/>
                <a:ea typeface="Arial"/>
                <a:cs typeface="Arial"/>
              </a:defRPr>
            </a:lvl1pPr>
            <a:lvl2pPr algn="l">
              <a:defRPr sz="1650" b="0">
                <a:solidFill>
                  <a:srgbClr val="B6C9C9"/>
                </a:solidFill>
                <a:latin typeface="Arial"/>
                <a:ea typeface="Arial"/>
                <a:cs typeface="Arial"/>
              </a:defRPr>
            </a:lvl2pPr>
            <a:lvl3pPr algn="l">
              <a:defRPr sz="1650" b="0">
                <a:solidFill>
                  <a:srgbClr val="B6C9C9"/>
                </a:solidFill>
                <a:latin typeface="Arial"/>
                <a:ea typeface="Arial"/>
                <a:cs typeface="Arial"/>
              </a:defRPr>
            </a:lvl3pPr>
            <a:lvl4pPr algn="l">
              <a:defRPr sz="1650" b="0">
                <a:solidFill>
                  <a:srgbClr val="B6C9C9"/>
                </a:solidFill>
                <a:latin typeface="Arial"/>
                <a:ea typeface="Arial"/>
                <a:cs typeface="Arial"/>
              </a:defRPr>
            </a:lvl4pPr>
            <a:lvl5pPr algn="l">
              <a:defRPr sz="1650" b="0">
                <a:solidFill>
                  <a:srgbClr val="B6C9C9"/>
                </a:solidFill>
                <a:latin typeface="Arial"/>
                <a:ea typeface="Arial"/>
                <a:cs typeface="Arial"/>
              </a:defRPr>
            </a:lvl5pPr>
            <a:lvl6pPr algn="l">
              <a:defRPr sz="1650" b="0">
                <a:solidFill>
                  <a:srgbClr val="B6C9C9"/>
                </a:solidFill>
                <a:latin typeface="Arial"/>
                <a:ea typeface="Arial"/>
                <a:cs typeface="Arial"/>
              </a:defRPr>
            </a:lvl6pPr>
            <a:lvl7pPr algn="l">
              <a:defRPr sz="1650" b="0">
                <a:solidFill>
                  <a:srgbClr val="B6C9C9"/>
                </a:solidFill>
                <a:latin typeface="Arial"/>
                <a:ea typeface="Arial"/>
                <a:cs typeface="Arial"/>
              </a:defRPr>
            </a:lvl7pPr>
            <a:lvl8pPr algn="l">
              <a:defRPr sz="1650" b="0">
                <a:solidFill>
                  <a:srgbClr val="B6C9C9"/>
                </a:solidFill>
                <a:latin typeface="Arial"/>
                <a:ea typeface="Arial"/>
                <a:cs typeface="Arial"/>
              </a:defRPr>
            </a:lvl8pPr>
            <a:lvl9pPr algn="l">
              <a:defRPr sz="1650" b="0">
                <a:solidFill>
                  <a:srgbClr val="B6C9C9"/>
                </a:solidFill>
                <a:latin typeface="Arial"/>
                <a:ea typeface="Arial"/>
                <a:cs typeface="Arial"/>
              </a:defRPr>
            </a:lvl9pPr>
          </a:lstStyle>
          <a:p xmlns:a="http://schemas.openxmlformats.org/drawingml/2006/main">
            <a:pPr algn="l">
              <a:lnSpc>
                <a:spcPct val="102000"/>
              </a:lnSpc>
              <a:buNone/>
              <a:defRPr sz="1650" b="0">
                <a:solidFill>
                  <a:srgbClr val="B6C9C9"/>
                </a:solidFill>
                <a:latin typeface="Arial"/>
                <a:ea typeface="Arial"/>
                <a:cs typeface="Arial"/>
              </a:defRPr>
            </a:pPr>
            <a:r>
              <a:rPr sz="1650" b="0">
                <a:solidFill>
                  <a:srgbClr val="B6C9C9"/>
                </a:solidFill>
                <a:latin typeface="Arial"/>
                <a:ea typeface="Arial"/>
                <a:cs typeface="Arial"/>
              </a:rPr>
              <a:t>A comparison of real-data and synthetic-data models</a:t>
            </a:r>
          </a:p>
        </p:txBody>
      </p:sp>
      <p:sp>
        <p:nvSpPr>
          <p:cNvPr id="6" name="">
            <a:extLst xmlns:a="http://schemas.openxmlformats.org/drawingml/2006/main">
              <a:ext uri="{FF2B5EF4-FFF2-40B4-BE49-F238E27FC236}">
                <a16:creationId xmlns:a16="http://schemas.microsoft.com/office/drawing/2014/main" id="{720A69EC-1259-4CBC-A920-E6BAE0950ED9}"/>
              </a:ext>
            </a:extLst>
          </p:cNvPr>
          <p:cNvSpPr>
            <a:spLocks xmlns:a="http://schemas.openxmlformats.org/drawingml/2006/main" noGrp="1"/>
          </p:cNvSpPr>
          <p:nvPr/>
        </p:nvSpPr>
        <p:spPr>
          <a:xfrm xmlns:a="http://schemas.openxmlformats.org/drawingml/2006/main">
            <a:off x="723900" y="4457700"/>
            <a:ext cx="6324600" cy="19050"/>
          </a:xfrm>
          <a:prstGeom xmlns:a="http://schemas.openxmlformats.org/drawingml/2006/main" prst="rect">
            <a:avLst/>
          </a:prstGeom>
          <a:solidFill xmlns:a="http://schemas.openxmlformats.org/drawingml/2006/main">
            <a:srgbClr val="3151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93C0E8-206C-4AFB-80DC-FA7928E489F4}"/>
              </a:ext>
            </a:extLst>
          </p:cNvPr>
          <p:cNvSpPr>
            <a:spLocks xmlns:a="http://schemas.openxmlformats.org/drawingml/2006/main" noGrp="1"/>
          </p:cNvSpPr>
          <p:nvPr/>
        </p:nvSpPr>
        <p:spPr>
          <a:xfrm xmlns:a="http://schemas.openxmlformats.org/drawingml/2006/main">
            <a:off x="723900" y="4686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77C9C4"/>
                </a:solidFill>
                <a:latin typeface="Arial"/>
                <a:ea typeface="Arial"/>
                <a:cs typeface="Arial"/>
              </a:defRPr>
            </a:defPPr>
            <a:lvl1pPr algn="l">
              <a:defRPr sz="1125" b="1">
                <a:solidFill>
                  <a:srgbClr val="77C9C4"/>
                </a:solidFill>
                <a:latin typeface="Arial"/>
                <a:ea typeface="Arial"/>
                <a:cs typeface="Arial"/>
              </a:defRPr>
            </a:lvl1pPr>
            <a:lvl2pPr algn="l">
              <a:defRPr sz="1125" b="1">
                <a:solidFill>
                  <a:srgbClr val="77C9C4"/>
                </a:solidFill>
                <a:latin typeface="Arial"/>
                <a:ea typeface="Arial"/>
                <a:cs typeface="Arial"/>
              </a:defRPr>
            </a:lvl2pPr>
            <a:lvl3pPr algn="l">
              <a:defRPr sz="1125" b="1">
                <a:solidFill>
                  <a:srgbClr val="77C9C4"/>
                </a:solidFill>
                <a:latin typeface="Arial"/>
                <a:ea typeface="Arial"/>
                <a:cs typeface="Arial"/>
              </a:defRPr>
            </a:lvl3pPr>
            <a:lvl4pPr algn="l">
              <a:defRPr sz="1125" b="1">
                <a:solidFill>
                  <a:srgbClr val="77C9C4"/>
                </a:solidFill>
                <a:latin typeface="Arial"/>
                <a:ea typeface="Arial"/>
                <a:cs typeface="Arial"/>
              </a:defRPr>
            </a:lvl4pPr>
            <a:lvl5pPr algn="l">
              <a:defRPr sz="1125" b="1">
                <a:solidFill>
                  <a:srgbClr val="77C9C4"/>
                </a:solidFill>
                <a:latin typeface="Arial"/>
                <a:ea typeface="Arial"/>
                <a:cs typeface="Arial"/>
              </a:defRPr>
            </a:lvl5pPr>
            <a:lvl6pPr algn="l">
              <a:defRPr sz="1125" b="1">
                <a:solidFill>
                  <a:srgbClr val="77C9C4"/>
                </a:solidFill>
                <a:latin typeface="Arial"/>
                <a:ea typeface="Arial"/>
                <a:cs typeface="Arial"/>
              </a:defRPr>
            </a:lvl6pPr>
            <a:lvl7pPr algn="l">
              <a:defRPr sz="1125" b="1">
                <a:solidFill>
                  <a:srgbClr val="77C9C4"/>
                </a:solidFill>
                <a:latin typeface="Arial"/>
                <a:ea typeface="Arial"/>
                <a:cs typeface="Arial"/>
              </a:defRPr>
            </a:lvl7pPr>
            <a:lvl8pPr algn="l">
              <a:defRPr sz="1125" b="1">
                <a:solidFill>
                  <a:srgbClr val="77C9C4"/>
                </a:solidFill>
                <a:latin typeface="Arial"/>
                <a:ea typeface="Arial"/>
                <a:cs typeface="Arial"/>
              </a:defRPr>
            </a:lvl8pPr>
            <a:lvl9pPr algn="l">
              <a:defRPr sz="1125" b="1">
                <a:solidFill>
                  <a:srgbClr val="77C9C4"/>
                </a:solidFill>
                <a:latin typeface="Arial"/>
                <a:ea typeface="Arial"/>
                <a:cs typeface="Arial"/>
              </a:defRPr>
            </a:lvl9pPr>
          </a:lstStyle>
          <a:p xmlns:a="http://schemas.openxmlformats.org/drawingml/2006/main">
            <a:pPr algn="l">
              <a:lnSpc>
                <a:spcPct val="102000"/>
              </a:lnSpc>
              <a:buNone/>
              <a:defRPr sz="1125" b="1">
                <a:solidFill>
                  <a:srgbClr val="77C9C4"/>
                </a:solidFill>
                <a:latin typeface="Arial"/>
                <a:ea typeface="Arial"/>
                <a:cs typeface="Arial"/>
              </a:defRPr>
            </a:pPr>
            <a:r>
              <a:rPr sz="1125" b="1">
                <a:solidFill>
                  <a:srgbClr val="77C9C4"/>
                </a:solidFill>
                <a:latin typeface="Arial"/>
                <a:ea typeface="Arial"/>
                <a:cs typeface="Arial"/>
              </a:rPr>
              <a:t>PRESENTED BY</a:t>
            </a:r>
          </a:p>
        </p:txBody>
      </p:sp>
      <p:sp>
        <p:nvSpPr>
          <p:cNvPr id="8" name="">
            <a:extLst xmlns:a="http://schemas.openxmlformats.org/drawingml/2006/main">
              <a:ext uri="{FF2B5EF4-FFF2-40B4-BE49-F238E27FC236}">
                <a16:creationId xmlns:a16="http://schemas.microsoft.com/office/drawing/2014/main" id="{99C9E83C-F2E8-4EE6-AA06-6B633441D078}"/>
              </a:ext>
            </a:extLst>
          </p:cNvPr>
          <p:cNvSpPr>
            <a:spLocks xmlns:a="http://schemas.openxmlformats.org/drawingml/2006/main" noGrp="1"/>
          </p:cNvSpPr>
          <p:nvPr/>
        </p:nvSpPr>
        <p:spPr>
          <a:xfrm xmlns:a="http://schemas.openxmlformats.org/drawingml/2006/main">
            <a:off x="723900" y="49815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lnSpc>
                <a:spcPct val="102000"/>
              </a:lnSpc>
              <a:buNone/>
              <a:defRPr sz="1575" b="0">
                <a:solidFill>
                  <a:srgbClr val="FFFFFF"/>
                </a:solidFill>
                <a:latin typeface="Arial"/>
                <a:ea typeface="Arial"/>
                <a:cs typeface="Arial"/>
              </a:defRPr>
            </a:pPr>
            <a:r>
              <a:rPr sz="1575" b="0">
                <a:solidFill>
                  <a:srgbClr val="FFFFFF"/>
                </a:solidFill>
                <a:latin typeface="Arial"/>
                <a:ea typeface="Arial"/>
                <a:cs typeface="Arial"/>
              </a:rPr>
              <a:t>[Member 1]     [Member 2]     [Member 3]</a:t>
            </a:r>
          </a:p>
        </p:txBody>
      </p:sp>
      <p:sp>
        <p:nvSpPr>
          <p:cNvPr id="9" name="">
            <a:extLst xmlns:a="http://schemas.openxmlformats.org/drawingml/2006/main">
              <a:ext uri="{FF2B5EF4-FFF2-40B4-BE49-F238E27FC236}">
                <a16:creationId xmlns:a16="http://schemas.microsoft.com/office/drawing/2014/main" id="{B75B8AF7-B58C-4B17-8796-7813DCD29575}"/>
              </a:ext>
            </a:extLst>
          </p:cNvPr>
          <p:cNvSpPr>
            <a:spLocks xmlns:a="http://schemas.openxmlformats.org/drawingml/2006/main" noGrp="1"/>
          </p:cNvSpPr>
          <p:nvPr/>
        </p:nvSpPr>
        <p:spPr>
          <a:xfrm xmlns:a="http://schemas.openxmlformats.org/drawingml/2006/main">
            <a:off x="723900" y="549592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7E3E1"/>
                </a:solidFill>
                <a:latin typeface="Arial"/>
                <a:ea typeface="Arial"/>
                <a:cs typeface="Arial"/>
              </a:defRPr>
            </a:defPPr>
            <a:lvl1pPr algn="l">
              <a:defRPr sz="1350" b="0">
                <a:solidFill>
                  <a:srgbClr val="D7E3E1"/>
                </a:solidFill>
                <a:latin typeface="Arial"/>
                <a:ea typeface="Arial"/>
                <a:cs typeface="Arial"/>
              </a:defRPr>
            </a:lvl1pPr>
            <a:lvl2pPr algn="l">
              <a:defRPr sz="1350" b="0">
                <a:solidFill>
                  <a:srgbClr val="D7E3E1"/>
                </a:solidFill>
                <a:latin typeface="Arial"/>
                <a:ea typeface="Arial"/>
                <a:cs typeface="Arial"/>
              </a:defRPr>
            </a:lvl2pPr>
            <a:lvl3pPr algn="l">
              <a:defRPr sz="1350" b="0">
                <a:solidFill>
                  <a:srgbClr val="D7E3E1"/>
                </a:solidFill>
                <a:latin typeface="Arial"/>
                <a:ea typeface="Arial"/>
                <a:cs typeface="Arial"/>
              </a:defRPr>
            </a:lvl3pPr>
            <a:lvl4pPr algn="l">
              <a:defRPr sz="1350" b="0">
                <a:solidFill>
                  <a:srgbClr val="D7E3E1"/>
                </a:solidFill>
                <a:latin typeface="Arial"/>
                <a:ea typeface="Arial"/>
                <a:cs typeface="Arial"/>
              </a:defRPr>
            </a:lvl4pPr>
            <a:lvl5pPr algn="l">
              <a:defRPr sz="1350" b="0">
                <a:solidFill>
                  <a:srgbClr val="D7E3E1"/>
                </a:solidFill>
                <a:latin typeface="Arial"/>
                <a:ea typeface="Arial"/>
                <a:cs typeface="Arial"/>
              </a:defRPr>
            </a:lvl5pPr>
            <a:lvl6pPr algn="l">
              <a:defRPr sz="1350" b="0">
                <a:solidFill>
                  <a:srgbClr val="D7E3E1"/>
                </a:solidFill>
                <a:latin typeface="Arial"/>
                <a:ea typeface="Arial"/>
                <a:cs typeface="Arial"/>
              </a:defRPr>
            </a:lvl6pPr>
            <a:lvl7pPr algn="l">
              <a:defRPr sz="1350" b="0">
                <a:solidFill>
                  <a:srgbClr val="D7E3E1"/>
                </a:solidFill>
                <a:latin typeface="Arial"/>
                <a:ea typeface="Arial"/>
                <a:cs typeface="Arial"/>
              </a:defRPr>
            </a:lvl7pPr>
            <a:lvl8pPr algn="l">
              <a:defRPr sz="1350" b="0">
                <a:solidFill>
                  <a:srgbClr val="D7E3E1"/>
                </a:solidFill>
                <a:latin typeface="Arial"/>
                <a:ea typeface="Arial"/>
                <a:cs typeface="Arial"/>
              </a:defRPr>
            </a:lvl8pPr>
            <a:lvl9pPr algn="l">
              <a:defRPr sz="1350" b="0">
                <a:solidFill>
                  <a:srgbClr val="D7E3E1"/>
                </a:solidFill>
                <a:latin typeface="Arial"/>
                <a:ea typeface="Arial"/>
                <a:cs typeface="Arial"/>
              </a:defRPr>
            </a:lvl9pPr>
          </a:lstStyle>
          <a:p xmlns:a="http://schemas.openxmlformats.org/drawingml/2006/main">
            <a:pPr algn="l">
              <a:lnSpc>
                <a:spcPct val="102000"/>
              </a:lnSpc>
              <a:buNone/>
              <a:defRPr sz="1350" b="0">
                <a:solidFill>
                  <a:srgbClr val="D7E3E1"/>
                </a:solidFill>
                <a:latin typeface="Arial"/>
                <a:ea typeface="Arial"/>
                <a:cs typeface="Arial"/>
              </a:defRPr>
            </a:pPr>
            <a:r>
              <a:rPr sz="1350" b="0">
                <a:solidFill>
                  <a:srgbClr val="D7E3E1"/>
                </a:solidFill>
                <a:latin typeface="Arial"/>
                <a:ea typeface="Arial"/>
                <a:cs typeface="Arial"/>
              </a:rPr>
              <a:t>CLASS SECTION  [________]</a:t>
            </a:r>
          </a:p>
        </p:txBody>
      </p:sp>
      <p:sp>
        <p:nvSpPr>
          <p:cNvPr id="10" name="">
            <a:extLst xmlns:a="http://schemas.openxmlformats.org/drawingml/2006/main">
              <a:ext uri="{FF2B5EF4-FFF2-40B4-BE49-F238E27FC236}">
                <a16:creationId xmlns:a16="http://schemas.microsoft.com/office/drawing/2014/main" id="{1DD20DBC-172D-4F20-933D-2687599B57D4}"/>
              </a:ext>
            </a:extLst>
          </p:cNvPr>
          <p:cNvSpPr>
            <a:spLocks xmlns:a="http://schemas.openxmlformats.org/drawingml/2006/main" noGrp="1"/>
          </p:cNvSpPr>
          <p:nvPr/>
        </p:nvSpPr>
        <p:spPr>
          <a:xfrm xmlns:a="http://schemas.openxmlformats.org/drawingml/2006/main">
            <a:off x="8172450" y="16192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77C9C4"/>
                </a:solidFill>
                <a:latin typeface="Arial"/>
                <a:ea typeface="Arial"/>
                <a:cs typeface="Arial"/>
              </a:defRPr>
            </a:defPPr>
            <a:lvl1pPr algn="ctr">
              <a:defRPr sz="1200" b="1">
                <a:solidFill>
                  <a:srgbClr val="77C9C4"/>
                </a:solidFill>
                <a:latin typeface="Arial"/>
                <a:ea typeface="Arial"/>
                <a:cs typeface="Arial"/>
              </a:defRPr>
            </a:lvl1pPr>
            <a:lvl2pPr algn="ctr">
              <a:defRPr sz="1200" b="1">
                <a:solidFill>
                  <a:srgbClr val="77C9C4"/>
                </a:solidFill>
                <a:latin typeface="Arial"/>
                <a:ea typeface="Arial"/>
                <a:cs typeface="Arial"/>
              </a:defRPr>
            </a:lvl2pPr>
            <a:lvl3pPr algn="ctr">
              <a:defRPr sz="1200" b="1">
                <a:solidFill>
                  <a:srgbClr val="77C9C4"/>
                </a:solidFill>
                <a:latin typeface="Arial"/>
                <a:ea typeface="Arial"/>
                <a:cs typeface="Arial"/>
              </a:defRPr>
            </a:lvl3pPr>
            <a:lvl4pPr algn="ctr">
              <a:defRPr sz="1200" b="1">
                <a:solidFill>
                  <a:srgbClr val="77C9C4"/>
                </a:solidFill>
                <a:latin typeface="Arial"/>
                <a:ea typeface="Arial"/>
                <a:cs typeface="Arial"/>
              </a:defRPr>
            </a:lvl4pPr>
            <a:lvl5pPr algn="ctr">
              <a:defRPr sz="1200" b="1">
                <a:solidFill>
                  <a:srgbClr val="77C9C4"/>
                </a:solidFill>
                <a:latin typeface="Arial"/>
                <a:ea typeface="Arial"/>
                <a:cs typeface="Arial"/>
              </a:defRPr>
            </a:lvl5pPr>
            <a:lvl6pPr algn="ctr">
              <a:defRPr sz="1200" b="1">
                <a:solidFill>
                  <a:srgbClr val="77C9C4"/>
                </a:solidFill>
                <a:latin typeface="Arial"/>
                <a:ea typeface="Arial"/>
                <a:cs typeface="Arial"/>
              </a:defRPr>
            </a:lvl6pPr>
            <a:lvl7pPr algn="ctr">
              <a:defRPr sz="1200" b="1">
                <a:solidFill>
                  <a:srgbClr val="77C9C4"/>
                </a:solidFill>
                <a:latin typeface="Arial"/>
                <a:ea typeface="Arial"/>
                <a:cs typeface="Arial"/>
              </a:defRPr>
            </a:lvl7pPr>
            <a:lvl8pPr algn="ctr">
              <a:defRPr sz="1200" b="1">
                <a:solidFill>
                  <a:srgbClr val="77C9C4"/>
                </a:solidFill>
                <a:latin typeface="Arial"/>
                <a:ea typeface="Arial"/>
                <a:cs typeface="Arial"/>
              </a:defRPr>
            </a:lvl8pPr>
            <a:lvl9pPr algn="ctr">
              <a:defRPr sz="1200" b="1">
                <a:solidFill>
                  <a:srgbClr val="77C9C4"/>
                </a:solidFill>
                <a:latin typeface="Arial"/>
                <a:ea typeface="Arial"/>
                <a:cs typeface="Arial"/>
              </a:defRPr>
            </a:lvl9pPr>
          </a:lstStyle>
          <a:p xmlns:a="http://schemas.openxmlformats.org/drawingml/2006/main">
            <a:pPr algn="ctr">
              <a:lnSpc>
                <a:spcPct val="102000"/>
              </a:lnSpc>
              <a:buNone/>
              <a:defRPr sz="1200" b="1">
                <a:solidFill>
                  <a:srgbClr val="77C9C4"/>
                </a:solidFill>
                <a:latin typeface="Arial"/>
                <a:ea typeface="Arial"/>
                <a:cs typeface="Arial"/>
              </a:defRPr>
            </a:pPr>
            <a:r>
              <a:rPr sz="1200" b="1">
                <a:solidFill>
                  <a:srgbClr val="77C9C4"/>
                </a:solidFill>
                <a:latin typeface="Arial"/>
                <a:ea typeface="Arial"/>
                <a:cs typeface="Arial"/>
              </a:rPr>
              <a:t>SURVEY</a:t>
            </a:r>
          </a:p>
        </p:txBody>
      </p:sp>
      <p:sp>
        <p:nvSpPr>
          <p:cNvPr id="11" name="">
            <a:extLst xmlns:a="http://schemas.openxmlformats.org/drawingml/2006/main">
              <a:ext uri="{FF2B5EF4-FFF2-40B4-BE49-F238E27FC236}">
                <a16:creationId xmlns:a16="http://schemas.microsoft.com/office/drawing/2014/main" id="{8935E2DE-060D-40D0-B562-D16D1B360A5D}"/>
              </a:ext>
            </a:extLst>
          </p:cNvPr>
          <p:cNvSpPr>
            <a:spLocks xmlns:a="http://schemas.openxmlformats.org/drawingml/2006/main" noGrp="1"/>
          </p:cNvSpPr>
          <p:nvPr/>
        </p:nvSpPr>
        <p:spPr>
          <a:xfrm xmlns:a="http://schemas.openxmlformats.org/drawingml/2006/main">
            <a:off x="8172450" y="1990725"/>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74"/>
          </a:bodyPr>
          <a:lstStyle xmlns:a="http://schemas.openxmlformats.org/drawingml/2006/main">
            <a:defPPr algn="ctr">
              <a:defRPr sz="5850" b="1">
                <a:solidFill>
                  <a:srgbClr val="FFFFFF"/>
                </a:solidFill>
                <a:latin typeface="Arial"/>
                <a:ea typeface="Arial"/>
                <a:cs typeface="Arial"/>
              </a:defRPr>
            </a:defPPr>
            <a:lvl1pPr algn="ctr">
              <a:defRPr sz="5850" b="1">
                <a:solidFill>
                  <a:srgbClr val="FFFFFF"/>
                </a:solidFill>
                <a:latin typeface="Arial"/>
                <a:ea typeface="Arial"/>
                <a:cs typeface="Arial"/>
              </a:defRPr>
            </a:lvl1pPr>
            <a:lvl2pPr algn="ctr">
              <a:defRPr sz="5850" b="1">
                <a:solidFill>
                  <a:srgbClr val="FFFFFF"/>
                </a:solidFill>
                <a:latin typeface="Arial"/>
                <a:ea typeface="Arial"/>
                <a:cs typeface="Arial"/>
              </a:defRPr>
            </a:lvl2pPr>
            <a:lvl3pPr algn="ctr">
              <a:defRPr sz="5850" b="1">
                <a:solidFill>
                  <a:srgbClr val="FFFFFF"/>
                </a:solidFill>
                <a:latin typeface="Arial"/>
                <a:ea typeface="Arial"/>
                <a:cs typeface="Arial"/>
              </a:defRPr>
            </a:lvl3pPr>
            <a:lvl4pPr algn="ctr">
              <a:defRPr sz="5850" b="1">
                <a:solidFill>
                  <a:srgbClr val="FFFFFF"/>
                </a:solidFill>
                <a:latin typeface="Arial"/>
                <a:ea typeface="Arial"/>
                <a:cs typeface="Arial"/>
              </a:defRPr>
            </a:lvl4pPr>
            <a:lvl5pPr algn="ctr">
              <a:defRPr sz="5850" b="1">
                <a:solidFill>
                  <a:srgbClr val="FFFFFF"/>
                </a:solidFill>
                <a:latin typeface="Arial"/>
                <a:ea typeface="Arial"/>
                <a:cs typeface="Arial"/>
              </a:defRPr>
            </a:lvl5pPr>
            <a:lvl6pPr algn="ctr">
              <a:defRPr sz="5850" b="1">
                <a:solidFill>
                  <a:srgbClr val="FFFFFF"/>
                </a:solidFill>
                <a:latin typeface="Arial"/>
                <a:ea typeface="Arial"/>
                <a:cs typeface="Arial"/>
              </a:defRPr>
            </a:lvl6pPr>
            <a:lvl7pPr algn="ctr">
              <a:defRPr sz="5850" b="1">
                <a:solidFill>
                  <a:srgbClr val="FFFFFF"/>
                </a:solidFill>
                <a:latin typeface="Arial"/>
                <a:ea typeface="Arial"/>
                <a:cs typeface="Arial"/>
              </a:defRPr>
            </a:lvl7pPr>
            <a:lvl8pPr algn="ctr">
              <a:defRPr sz="5850" b="1">
                <a:solidFill>
                  <a:srgbClr val="FFFFFF"/>
                </a:solidFill>
                <a:latin typeface="Arial"/>
                <a:ea typeface="Arial"/>
                <a:cs typeface="Arial"/>
              </a:defRPr>
            </a:lvl8pPr>
            <a:lvl9pPr algn="ctr">
              <a:defRPr sz="5850" b="1">
                <a:solidFill>
                  <a:srgbClr val="FFFFFF"/>
                </a:solidFill>
                <a:latin typeface="Arial"/>
                <a:ea typeface="Arial"/>
                <a:cs typeface="Arial"/>
              </a:defRPr>
            </a:lvl9pPr>
          </a:lstStyle>
          <a:p xmlns:a="http://schemas.openxmlformats.org/drawingml/2006/main">
            <a:pPr algn="ctr">
              <a:lnSpc>
                <a:spcPct val="102000"/>
              </a:lnSpc>
              <a:buNone/>
              <a:defRPr sz="5850" b="1">
                <a:solidFill>
                  <a:srgbClr val="FFFFFF"/>
                </a:solidFill>
                <a:latin typeface="Arial"/>
                <a:ea typeface="Arial"/>
                <a:cs typeface="Arial"/>
              </a:defRPr>
            </a:pPr>
            <a:r>
              <a:rPr sz="5850" b="1">
                <a:solidFill>
                  <a:srgbClr val="FFFFFF"/>
                </a:solidFill>
                <a:latin typeface="Arial"/>
                <a:ea typeface="Arial"/>
                <a:cs typeface="Arial"/>
              </a:rPr>
              <a:t>14</a:t>
            </a:r>
          </a:p>
        </p:txBody>
      </p:sp>
      <p:sp>
        <p:nvSpPr>
          <p:cNvPr id="12" name="">
            <a:extLst xmlns:a="http://schemas.openxmlformats.org/drawingml/2006/main">
              <a:ext uri="{FF2B5EF4-FFF2-40B4-BE49-F238E27FC236}">
                <a16:creationId xmlns:a16="http://schemas.microsoft.com/office/drawing/2014/main" id="{0ACC0EA3-BF2B-407E-AEA2-AA0E2D1D040B}"/>
              </a:ext>
            </a:extLst>
          </p:cNvPr>
          <p:cNvSpPr>
            <a:spLocks xmlns:a="http://schemas.openxmlformats.org/drawingml/2006/main" noGrp="1"/>
          </p:cNvSpPr>
          <p:nvPr/>
        </p:nvSpPr>
        <p:spPr>
          <a:xfrm xmlns:a="http://schemas.openxmlformats.org/drawingml/2006/main">
            <a:off x="8172450" y="28765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a:solidFill>
                  <a:srgbClr val="D7E3E1"/>
                </a:solidFill>
                <a:latin typeface="Arial"/>
                <a:ea typeface="Arial"/>
                <a:cs typeface="Arial"/>
              </a:defRPr>
            </a:defPPr>
            <a:lvl1pPr algn="ctr">
              <a:defRPr sz="1500" b="0">
                <a:solidFill>
                  <a:srgbClr val="D7E3E1"/>
                </a:solidFill>
                <a:latin typeface="Arial"/>
                <a:ea typeface="Arial"/>
                <a:cs typeface="Arial"/>
              </a:defRPr>
            </a:lvl1pPr>
            <a:lvl2pPr algn="ctr">
              <a:defRPr sz="1500" b="0">
                <a:solidFill>
                  <a:srgbClr val="D7E3E1"/>
                </a:solidFill>
                <a:latin typeface="Arial"/>
                <a:ea typeface="Arial"/>
                <a:cs typeface="Arial"/>
              </a:defRPr>
            </a:lvl2pPr>
            <a:lvl3pPr algn="ctr">
              <a:defRPr sz="1500" b="0">
                <a:solidFill>
                  <a:srgbClr val="D7E3E1"/>
                </a:solidFill>
                <a:latin typeface="Arial"/>
                <a:ea typeface="Arial"/>
                <a:cs typeface="Arial"/>
              </a:defRPr>
            </a:lvl3pPr>
            <a:lvl4pPr algn="ctr">
              <a:defRPr sz="1500" b="0">
                <a:solidFill>
                  <a:srgbClr val="D7E3E1"/>
                </a:solidFill>
                <a:latin typeface="Arial"/>
                <a:ea typeface="Arial"/>
                <a:cs typeface="Arial"/>
              </a:defRPr>
            </a:lvl4pPr>
            <a:lvl5pPr algn="ctr">
              <a:defRPr sz="1500" b="0">
                <a:solidFill>
                  <a:srgbClr val="D7E3E1"/>
                </a:solidFill>
                <a:latin typeface="Arial"/>
                <a:ea typeface="Arial"/>
                <a:cs typeface="Arial"/>
              </a:defRPr>
            </a:lvl5pPr>
            <a:lvl6pPr algn="ctr">
              <a:defRPr sz="1500" b="0">
                <a:solidFill>
                  <a:srgbClr val="D7E3E1"/>
                </a:solidFill>
                <a:latin typeface="Arial"/>
                <a:ea typeface="Arial"/>
                <a:cs typeface="Arial"/>
              </a:defRPr>
            </a:lvl6pPr>
            <a:lvl7pPr algn="ctr">
              <a:defRPr sz="1500" b="0">
                <a:solidFill>
                  <a:srgbClr val="D7E3E1"/>
                </a:solidFill>
                <a:latin typeface="Arial"/>
                <a:ea typeface="Arial"/>
                <a:cs typeface="Arial"/>
              </a:defRPr>
            </a:lvl7pPr>
            <a:lvl8pPr algn="ctr">
              <a:defRPr sz="1500" b="0">
                <a:solidFill>
                  <a:srgbClr val="D7E3E1"/>
                </a:solidFill>
                <a:latin typeface="Arial"/>
                <a:ea typeface="Arial"/>
                <a:cs typeface="Arial"/>
              </a:defRPr>
            </a:lvl8pPr>
            <a:lvl9pPr algn="ctr">
              <a:defRPr sz="1500" b="0">
                <a:solidFill>
                  <a:srgbClr val="D7E3E1"/>
                </a:solidFill>
                <a:latin typeface="Arial"/>
                <a:ea typeface="Arial"/>
                <a:cs typeface="Arial"/>
              </a:defRPr>
            </a:lvl9pPr>
          </a:lstStyle>
          <a:p xmlns:a="http://schemas.openxmlformats.org/drawingml/2006/main">
            <a:pPr algn="ctr">
              <a:lnSpc>
                <a:spcPct val="102000"/>
              </a:lnSpc>
              <a:buNone/>
              <a:defRPr sz="1500" b="0">
                <a:solidFill>
                  <a:srgbClr val="D7E3E1"/>
                </a:solidFill>
                <a:latin typeface="Arial"/>
                <a:ea typeface="Arial"/>
                <a:cs typeface="Arial"/>
              </a:defRPr>
            </a:pPr>
            <a:r>
              <a:rPr sz="1500" b="0">
                <a:solidFill>
                  <a:srgbClr val="D7E3E1"/>
                </a:solidFill>
                <a:latin typeface="Arial"/>
                <a:ea typeface="Arial"/>
                <a:cs typeface="Arial"/>
              </a:rPr>
              <a:t>model inputs</a:t>
            </a:r>
          </a:p>
        </p:txBody>
      </p:sp>
      <p:sp>
        <p:nvSpPr>
          <p:cNvPr id="13" name="">
            <a:extLst xmlns:a="http://schemas.openxmlformats.org/drawingml/2006/main">
              <a:ext uri="{FF2B5EF4-FFF2-40B4-BE49-F238E27FC236}">
                <a16:creationId xmlns:a16="http://schemas.microsoft.com/office/drawing/2014/main" id="{9FE9CAD4-A6F6-428F-B243-26C50834D754}"/>
              </a:ext>
            </a:extLst>
          </p:cNvPr>
          <p:cNvSpPr>
            <a:spLocks xmlns:a="http://schemas.openxmlformats.org/drawingml/2006/main" noGrp="1"/>
          </p:cNvSpPr>
          <p:nvPr/>
        </p:nvSpPr>
        <p:spPr>
          <a:xfrm xmlns:a="http://schemas.openxmlformats.org/drawingml/2006/main">
            <a:off x="9372600" y="3333750"/>
            <a:ext cx="28575" cy="457200"/>
          </a:xfrm>
          <a:prstGeom xmlns:a="http://schemas.openxmlformats.org/drawingml/2006/main" prst="rect">
            <a:avLst/>
          </a:prstGeom>
          <a:solidFill xmlns:a="http://schemas.openxmlformats.org/drawingml/2006/main">
            <a:srgbClr val="4A70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673E66-4467-449D-A9C9-F2138572E1E5}"/>
              </a:ext>
            </a:extLst>
          </p:cNvPr>
          <p:cNvSpPr>
            <a:spLocks xmlns:a="http://schemas.openxmlformats.org/drawingml/2006/main" noGrp="1"/>
          </p:cNvSpPr>
          <p:nvPr/>
        </p:nvSpPr>
        <p:spPr>
          <a:xfrm xmlns:a="http://schemas.openxmlformats.org/drawingml/2006/main">
            <a:off x="8172450" y="39052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03"/>
          </a:bodyPr>
          <a:lstStyle xmlns:a="http://schemas.openxmlformats.org/drawingml/2006/main">
            <a:defPPr algn="ctr">
              <a:defRPr sz="4350" b="1">
                <a:solidFill>
                  <a:srgbClr val="F0C25B"/>
                </a:solidFill>
                <a:latin typeface="Arial"/>
                <a:ea typeface="Arial"/>
                <a:cs typeface="Arial"/>
              </a:defRPr>
            </a:defPPr>
            <a:lvl1pPr algn="ctr">
              <a:defRPr sz="4350" b="1">
                <a:solidFill>
                  <a:srgbClr val="F0C25B"/>
                </a:solidFill>
                <a:latin typeface="Arial"/>
                <a:ea typeface="Arial"/>
                <a:cs typeface="Arial"/>
              </a:defRPr>
            </a:lvl1pPr>
            <a:lvl2pPr algn="ctr">
              <a:defRPr sz="4350" b="1">
                <a:solidFill>
                  <a:srgbClr val="F0C25B"/>
                </a:solidFill>
                <a:latin typeface="Arial"/>
                <a:ea typeface="Arial"/>
                <a:cs typeface="Arial"/>
              </a:defRPr>
            </a:lvl2pPr>
            <a:lvl3pPr algn="ctr">
              <a:defRPr sz="4350" b="1">
                <a:solidFill>
                  <a:srgbClr val="F0C25B"/>
                </a:solidFill>
                <a:latin typeface="Arial"/>
                <a:ea typeface="Arial"/>
                <a:cs typeface="Arial"/>
              </a:defRPr>
            </a:lvl3pPr>
            <a:lvl4pPr algn="ctr">
              <a:defRPr sz="4350" b="1">
                <a:solidFill>
                  <a:srgbClr val="F0C25B"/>
                </a:solidFill>
                <a:latin typeface="Arial"/>
                <a:ea typeface="Arial"/>
                <a:cs typeface="Arial"/>
              </a:defRPr>
            </a:lvl4pPr>
            <a:lvl5pPr algn="ctr">
              <a:defRPr sz="4350" b="1">
                <a:solidFill>
                  <a:srgbClr val="F0C25B"/>
                </a:solidFill>
                <a:latin typeface="Arial"/>
                <a:ea typeface="Arial"/>
                <a:cs typeface="Arial"/>
              </a:defRPr>
            </a:lvl5pPr>
            <a:lvl6pPr algn="ctr">
              <a:defRPr sz="4350" b="1">
                <a:solidFill>
                  <a:srgbClr val="F0C25B"/>
                </a:solidFill>
                <a:latin typeface="Arial"/>
                <a:ea typeface="Arial"/>
                <a:cs typeface="Arial"/>
              </a:defRPr>
            </a:lvl6pPr>
            <a:lvl7pPr algn="ctr">
              <a:defRPr sz="4350" b="1">
                <a:solidFill>
                  <a:srgbClr val="F0C25B"/>
                </a:solidFill>
                <a:latin typeface="Arial"/>
                <a:ea typeface="Arial"/>
                <a:cs typeface="Arial"/>
              </a:defRPr>
            </a:lvl7pPr>
            <a:lvl8pPr algn="ctr">
              <a:defRPr sz="4350" b="1">
                <a:solidFill>
                  <a:srgbClr val="F0C25B"/>
                </a:solidFill>
                <a:latin typeface="Arial"/>
                <a:ea typeface="Arial"/>
                <a:cs typeface="Arial"/>
              </a:defRPr>
            </a:lvl8pPr>
            <a:lvl9pPr algn="ctr">
              <a:defRPr sz="4350" b="1">
                <a:solidFill>
                  <a:srgbClr val="F0C25B"/>
                </a:solidFill>
                <a:latin typeface="Arial"/>
                <a:ea typeface="Arial"/>
                <a:cs typeface="Arial"/>
              </a:defRPr>
            </a:lvl9pPr>
          </a:lstStyle>
          <a:p xmlns:a="http://schemas.openxmlformats.org/drawingml/2006/main">
            <a:pPr algn="ctr">
              <a:lnSpc>
                <a:spcPct val="102000"/>
              </a:lnSpc>
              <a:buNone/>
              <a:defRPr sz="4350" b="1">
                <a:solidFill>
                  <a:srgbClr val="F0C25B"/>
                </a:solidFill>
                <a:latin typeface="Arial"/>
                <a:ea typeface="Arial"/>
                <a:cs typeface="Arial"/>
              </a:defRPr>
            </a:pPr>
            <a:r>
              <a:rPr sz="4350" b="1">
                <a:solidFill>
                  <a:srgbClr val="F0C25B"/>
                </a:solidFill>
                <a:latin typeface="Arial"/>
                <a:ea typeface="Arial"/>
                <a:cs typeface="Arial"/>
              </a:rPr>
              <a:t>M1</a:t>
            </a:r>
          </a:p>
        </p:txBody>
      </p:sp>
      <p:sp>
        <p:nvSpPr>
          <p:cNvPr id="15" name="">
            <a:extLst xmlns:a="http://schemas.openxmlformats.org/drawingml/2006/main">
              <a:ext uri="{FF2B5EF4-FFF2-40B4-BE49-F238E27FC236}">
                <a16:creationId xmlns:a16="http://schemas.microsoft.com/office/drawing/2014/main" id="{7CD3668D-E65D-425D-9C24-45ED610CBC20}"/>
              </a:ext>
            </a:extLst>
          </p:cNvPr>
          <p:cNvSpPr>
            <a:spLocks xmlns:a="http://schemas.openxmlformats.org/drawingml/2006/main" noGrp="1"/>
          </p:cNvSpPr>
          <p:nvPr/>
        </p:nvSpPr>
        <p:spPr>
          <a:xfrm xmlns:a="http://schemas.openxmlformats.org/drawingml/2006/main">
            <a:off x="8172450" y="45720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a:solidFill>
                  <a:srgbClr val="D7E3E1"/>
                </a:solidFill>
                <a:latin typeface="Arial"/>
                <a:ea typeface="Arial"/>
                <a:cs typeface="Arial"/>
              </a:defRPr>
            </a:defPPr>
            <a:lvl1pPr algn="ctr">
              <a:defRPr sz="1500" b="0">
                <a:solidFill>
                  <a:srgbClr val="D7E3E1"/>
                </a:solidFill>
                <a:latin typeface="Arial"/>
                <a:ea typeface="Arial"/>
                <a:cs typeface="Arial"/>
              </a:defRPr>
            </a:lvl1pPr>
            <a:lvl2pPr algn="ctr">
              <a:defRPr sz="1500" b="0">
                <a:solidFill>
                  <a:srgbClr val="D7E3E1"/>
                </a:solidFill>
                <a:latin typeface="Arial"/>
                <a:ea typeface="Arial"/>
                <a:cs typeface="Arial"/>
              </a:defRPr>
            </a:lvl2pPr>
            <a:lvl3pPr algn="ctr">
              <a:defRPr sz="1500" b="0">
                <a:solidFill>
                  <a:srgbClr val="D7E3E1"/>
                </a:solidFill>
                <a:latin typeface="Arial"/>
                <a:ea typeface="Arial"/>
                <a:cs typeface="Arial"/>
              </a:defRPr>
            </a:lvl3pPr>
            <a:lvl4pPr algn="ctr">
              <a:defRPr sz="1500" b="0">
                <a:solidFill>
                  <a:srgbClr val="D7E3E1"/>
                </a:solidFill>
                <a:latin typeface="Arial"/>
                <a:ea typeface="Arial"/>
                <a:cs typeface="Arial"/>
              </a:defRPr>
            </a:lvl4pPr>
            <a:lvl5pPr algn="ctr">
              <a:defRPr sz="1500" b="0">
                <a:solidFill>
                  <a:srgbClr val="D7E3E1"/>
                </a:solidFill>
                <a:latin typeface="Arial"/>
                <a:ea typeface="Arial"/>
                <a:cs typeface="Arial"/>
              </a:defRPr>
            </a:lvl5pPr>
            <a:lvl6pPr algn="ctr">
              <a:defRPr sz="1500" b="0">
                <a:solidFill>
                  <a:srgbClr val="D7E3E1"/>
                </a:solidFill>
                <a:latin typeface="Arial"/>
                <a:ea typeface="Arial"/>
                <a:cs typeface="Arial"/>
              </a:defRPr>
            </a:lvl6pPr>
            <a:lvl7pPr algn="ctr">
              <a:defRPr sz="1500" b="0">
                <a:solidFill>
                  <a:srgbClr val="D7E3E1"/>
                </a:solidFill>
                <a:latin typeface="Arial"/>
                <a:ea typeface="Arial"/>
                <a:cs typeface="Arial"/>
              </a:defRPr>
            </a:lvl7pPr>
            <a:lvl8pPr algn="ctr">
              <a:defRPr sz="1500" b="0">
                <a:solidFill>
                  <a:srgbClr val="D7E3E1"/>
                </a:solidFill>
                <a:latin typeface="Arial"/>
                <a:ea typeface="Arial"/>
                <a:cs typeface="Arial"/>
              </a:defRPr>
            </a:lvl8pPr>
            <a:lvl9pPr algn="ctr">
              <a:defRPr sz="1500" b="0">
                <a:solidFill>
                  <a:srgbClr val="D7E3E1"/>
                </a:solidFill>
                <a:latin typeface="Arial"/>
                <a:ea typeface="Arial"/>
                <a:cs typeface="Arial"/>
              </a:defRPr>
            </a:lvl9pPr>
          </a:lstStyle>
          <a:p xmlns:a="http://schemas.openxmlformats.org/drawingml/2006/main">
            <a:pPr algn="ctr">
              <a:lnSpc>
                <a:spcPct val="102000"/>
              </a:lnSpc>
              <a:buNone/>
              <a:defRPr sz="1500" b="0">
                <a:solidFill>
                  <a:srgbClr val="D7E3E1"/>
                </a:solidFill>
                <a:latin typeface="Arial"/>
                <a:ea typeface="Arial"/>
                <a:cs typeface="Arial"/>
              </a:defRPr>
            </a:pPr>
            <a:r>
              <a:rPr sz="1500" b="0">
                <a:solidFill>
                  <a:srgbClr val="D7E3E1"/>
                </a:solidFill>
                <a:latin typeface="Arial"/>
                <a:ea typeface="Arial"/>
                <a:cs typeface="Arial"/>
              </a:rPr>
              <a:t>logistic regression</a:t>
            </a:r>
          </a:p>
        </p:txBody>
      </p:sp>
      <p:sp>
        <p:nvSpPr>
          <p:cNvPr id="16" name="">
            <a:extLst xmlns:a="http://schemas.openxmlformats.org/drawingml/2006/main">
              <a:ext uri="{FF2B5EF4-FFF2-40B4-BE49-F238E27FC236}">
                <a16:creationId xmlns:a16="http://schemas.microsoft.com/office/drawing/2014/main" id="{08E89F14-D7FE-40C5-AA7D-C2116E9C56AA}"/>
              </a:ext>
            </a:extLst>
          </p:cNvPr>
          <p:cNvSpPr>
            <a:spLocks xmlns:a="http://schemas.openxmlformats.org/drawingml/2006/main" noGrp="1"/>
          </p:cNvSpPr>
          <p:nvPr/>
        </p:nvSpPr>
        <p:spPr>
          <a:xfrm xmlns:a="http://schemas.openxmlformats.org/drawingml/2006/main">
            <a:off x="8172450" y="52959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77C9C4"/>
                </a:solidFill>
                <a:latin typeface="Arial"/>
                <a:ea typeface="Arial"/>
                <a:cs typeface="Arial"/>
              </a:defRPr>
            </a:defPPr>
            <a:lvl1pPr algn="ctr">
              <a:defRPr sz="1200" b="1">
                <a:solidFill>
                  <a:srgbClr val="77C9C4"/>
                </a:solidFill>
                <a:latin typeface="Arial"/>
                <a:ea typeface="Arial"/>
                <a:cs typeface="Arial"/>
              </a:defRPr>
            </a:lvl1pPr>
            <a:lvl2pPr algn="ctr">
              <a:defRPr sz="1200" b="1">
                <a:solidFill>
                  <a:srgbClr val="77C9C4"/>
                </a:solidFill>
                <a:latin typeface="Arial"/>
                <a:ea typeface="Arial"/>
                <a:cs typeface="Arial"/>
              </a:defRPr>
            </a:lvl2pPr>
            <a:lvl3pPr algn="ctr">
              <a:defRPr sz="1200" b="1">
                <a:solidFill>
                  <a:srgbClr val="77C9C4"/>
                </a:solidFill>
                <a:latin typeface="Arial"/>
                <a:ea typeface="Arial"/>
                <a:cs typeface="Arial"/>
              </a:defRPr>
            </a:lvl3pPr>
            <a:lvl4pPr algn="ctr">
              <a:defRPr sz="1200" b="1">
                <a:solidFill>
                  <a:srgbClr val="77C9C4"/>
                </a:solidFill>
                <a:latin typeface="Arial"/>
                <a:ea typeface="Arial"/>
                <a:cs typeface="Arial"/>
              </a:defRPr>
            </a:lvl4pPr>
            <a:lvl5pPr algn="ctr">
              <a:defRPr sz="1200" b="1">
                <a:solidFill>
                  <a:srgbClr val="77C9C4"/>
                </a:solidFill>
                <a:latin typeface="Arial"/>
                <a:ea typeface="Arial"/>
                <a:cs typeface="Arial"/>
              </a:defRPr>
            </a:lvl5pPr>
            <a:lvl6pPr algn="ctr">
              <a:defRPr sz="1200" b="1">
                <a:solidFill>
                  <a:srgbClr val="77C9C4"/>
                </a:solidFill>
                <a:latin typeface="Arial"/>
                <a:ea typeface="Arial"/>
                <a:cs typeface="Arial"/>
              </a:defRPr>
            </a:lvl6pPr>
            <a:lvl7pPr algn="ctr">
              <a:defRPr sz="1200" b="1">
                <a:solidFill>
                  <a:srgbClr val="77C9C4"/>
                </a:solidFill>
                <a:latin typeface="Arial"/>
                <a:ea typeface="Arial"/>
                <a:cs typeface="Arial"/>
              </a:defRPr>
            </a:lvl7pPr>
            <a:lvl8pPr algn="ctr">
              <a:defRPr sz="1200" b="1">
                <a:solidFill>
                  <a:srgbClr val="77C9C4"/>
                </a:solidFill>
                <a:latin typeface="Arial"/>
                <a:ea typeface="Arial"/>
                <a:cs typeface="Arial"/>
              </a:defRPr>
            </a:lvl8pPr>
            <a:lvl9pPr algn="ctr">
              <a:defRPr sz="1200" b="1">
                <a:solidFill>
                  <a:srgbClr val="77C9C4"/>
                </a:solidFill>
                <a:latin typeface="Arial"/>
                <a:ea typeface="Arial"/>
                <a:cs typeface="Arial"/>
              </a:defRPr>
            </a:lvl9pPr>
          </a:lstStyle>
          <a:p xmlns:a="http://schemas.openxmlformats.org/drawingml/2006/main">
            <a:pPr algn="ctr">
              <a:lnSpc>
                <a:spcPct val="102000"/>
              </a:lnSpc>
              <a:buNone/>
              <a:defRPr sz="1200" b="1">
                <a:solidFill>
                  <a:srgbClr val="77C9C4"/>
                </a:solidFill>
                <a:latin typeface="Arial"/>
                <a:ea typeface="Arial"/>
                <a:cs typeface="Arial"/>
              </a:defRPr>
            </a:pPr>
            <a:r>
              <a:rPr sz="1200" b="1">
                <a:solidFill>
                  <a:srgbClr val="77C9C4"/>
                </a:solidFill>
                <a:latin typeface="Arial"/>
                <a:ea typeface="Arial"/>
                <a:cs typeface="Arial"/>
              </a:rPr>
              <a:t>SCREENING FLAG</a:t>
            </a:r>
          </a:p>
        </p:txBody>
      </p:sp>
      <p:sp>
        <p:nvSpPr>
          <p:cNvPr id="17" name="">
            <a:extLst xmlns:a="http://schemas.openxmlformats.org/drawingml/2006/main">
              <a:ext uri="{FF2B5EF4-FFF2-40B4-BE49-F238E27FC236}">
                <a16:creationId xmlns:a16="http://schemas.microsoft.com/office/drawing/2014/main" id="{4B43D558-5BC7-450E-8599-33B724AF11EC}"/>
              </a:ext>
            </a:extLst>
          </p:cNvPr>
          <p:cNvSpPr>
            <a:spLocks xmlns:a="http://schemas.openxmlformats.org/drawingml/2006/main" noGrp="1"/>
          </p:cNvSpPr>
          <p:nvPr/>
        </p:nvSpPr>
        <p:spPr>
          <a:xfrm xmlns:a="http://schemas.openxmlformats.org/drawingml/2006/main">
            <a:off x="8172450" y="55816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D7E3E1"/>
                </a:solidFill>
                <a:latin typeface="Arial"/>
                <a:ea typeface="Arial"/>
                <a:cs typeface="Arial"/>
              </a:defRPr>
            </a:defPPr>
            <a:lvl1pPr algn="ctr">
              <a:defRPr sz="1350" b="0">
                <a:solidFill>
                  <a:srgbClr val="D7E3E1"/>
                </a:solidFill>
                <a:latin typeface="Arial"/>
                <a:ea typeface="Arial"/>
                <a:cs typeface="Arial"/>
              </a:defRPr>
            </a:lvl1pPr>
            <a:lvl2pPr algn="ctr">
              <a:defRPr sz="1350" b="0">
                <a:solidFill>
                  <a:srgbClr val="D7E3E1"/>
                </a:solidFill>
                <a:latin typeface="Arial"/>
                <a:ea typeface="Arial"/>
                <a:cs typeface="Arial"/>
              </a:defRPr>
            </a:lvl2pPr>
            <a:lvl3pPr algn="ctr">
              <a:defRPr sz="1350" b="0">
                <a:solidFill>
                  <a:srgbClr val="D7E3E1"/>
                </a:solidFill>
                <a:latin typeface="Arial"/>
                <a:ea typeface="Arial"/>
                <a:cs typeface="Arial"/>
              </a:defRPr>
            </a:lvl3pPr>
            <a:lvl4pPr algn="ctr">
              <a:defRPr sz="1350" b="0">
                <a:solidFill>
                  <a:srgbClr val="D7E3E1"/>
                </a:solidFill>
                <a:latin typeface="Arial"/>
                <a:ea typeface="Arial"/>
                <a:cs typeface="Arial"/>
              </a:defRPr>
            </a:lvl4pPr>
            <a:lvl5pPr algn="ctr">
              <a:defRPr sz="1350" b="0">
                <a:solidFill>
                  <a:srgbClr val="D7E3E1"/>
                </a:solidFill>
                <a:latin typeface="Arial"/>
                <a:ea typeface="Arial"/>
                <a:cs typeface="Arial"/>
              </a:defRPr>
            </a:lvl5pPr>
            <a:lvl6pPr algn="ctr">
              <a:defRPr sz="1350" b="0">
                <a:solidFill>
                  <a:srgbClr val="D7E3E1"/>
                </a:solidFill>
                <a:latin typeface="Arial"/>
                <a:ea typeface="Arial"/>
                <a:cs typeface="Arial"/>
              </a:defRPr>
            </a:lvl6pPr>
            <a:lvl7pPr algn="ctr">
              <a:defRPr sz="1350" b="0">
                <a:solidFill>
                  <a:srgbClr val="D7E3E1"/>
                </a:solidFill>
                <a:latin typeface="Arial"/>
                <a:ea typeface="Arial"/>
                <a:cs typeface="Arial"/>
              </a:defRPr>
            </a:lvl7pPr>
            <a:lvl8pPr algn="ctr">
              <a:defRPr sz="1350" b="0">
                <a:solidFill>
                  <a:srgbClr val="D7E3E1"/>
                </a:solidFill>
                <a:latin typeface="Arial"/>
                <a:ea typeface="Arial"/>
                <a:cs typeface="Arial"/>
              </a:defRPr>
            </a:lvl8pPr>
            <a:lvl9pPr algn="ctr">
              <a:defRPr sz="1350" b="0">
                <a:solidFill>
                  <a:srgbClr val="D7E3E1"/>
                </a:solidFill>
                <a:latin typeface="Arial"/>
                <a:ea typeface="Arial"/>
                <a:cs typeface="Arial"/>
              </a:defRPr>
            </a:lvl9pPr>
          </a:lstStyle>
          <a:p xmlns:a="http://schemas.openxmlformats.org/drawingml/2006/main">
            <a:pPr algn="ctr">
              <a:lnSpc>
                <a:spcPct val="102000"/>
              </a:lnSpc>
              <a:buNone/>
              <a:defRPr sz="1350" b="0">
                <a:solidFill>
                  <a:srgbClr val="D7E3E1"/>
                </a:solidFill>
                <a:latin typeface="Arial"/>
                <a:ea typeface="Arial"/>
                <a:cs typeface="Arial"/>
              </a:defRPr>
            </a:pPr>
            <a:r>
              <a:rPr sz="1350" b="0">
                <a:solidFill>
                  <a:srgbClr val="D7E3E1"/>
                </a:solidFill>
                <a:latin typeface="Arial"/>
                <a:ea typeface="Arial"/>
                <a:cs typeface="Arial"/>
              </a:rPr>
              <a:t>not a diagnosis</a:t>
            </a:r>
          </a:p>
        </p:txBody>
      </p:sp>
    </p:spTree>
    <p:extLst>
      <p:ext uri="{BB962C8B-B14F-4D97-AF65-F5344CB8AC3E}">
        <p14:creationId xmlns:p14="http://schemas.microsoft.com/office/powerpoint/2010/main" val="450468557"/>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9DC8E3F-A3E9-407C-8C8C-7C1399D07D43}"/>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WHAT · THE PROBLEM</a:t>
            </a:r>
          </a:p>
        </p:txBody>
      </p:sp>
      <p:sp>
        <p:nvSpPr>
          <p:cNvPr id="2" name="">
            <a:extLst xmlns:a="http://schemas.openxmlformats.org/drawingml/2006/main">
              <a:ext uri="{FF2B5EF4-FFF2-40B4-BE49-F238E27FC236}">
                <a16:creationId xmlns:a16="http://schemas.microsoft.com/office/drawing/2014/main" id="{5B0FE510-BD87-49B8-A9B7-290C891222F3}"/>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From survey answers to a screening flag</a:t>
            </a:r>
          </a:p>
        </p:txBody>
      </p:sp>
      <p:sp>
        <p:nvSpPr>
          <p:cNvPr id="3" name="">
            <a:extLst xmlns:a="http://schemas.openxmlformats.org/drawingml/2006/main">
              <a:ext uri="{FF2B5EF4-FFF2-40B4-BE49-F238E27FC236}">
                <a16:creationId xmlns:a16="http://schemas.microsoft.com/office/drawing/2014/main" id="{167B9612-B9A3-453D-AEF9-55B0D238F2C5}"/>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The model estimates similarity to respondents who reported a diabetes diagnosis.</a:t>
            </a:r>
          </a:p>
        </p:txBody>
      </p:sp>
      <p:sp>
        <p:nvSpPr>
          <p:cNvPr id="4" name="">
            <a:extLst xmlns:a="http://schemas.openxmlformats.org/drawingml/2006/main">
              <a:ext uri="{FF2B5EF4-FFF2-40B4-BE49-F238E27FC236}">
                <a16:creationId xmlns:a16="http://schemas.microsoft.com/office/drawing/2014/main" id="{0F763895-4D7D-4DA6-8FEC-16728AEAE88B}"/>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9E7581-C101-4327-964F-E17A37E13BD0}"/>
              </a:ext>
            </a:extLst>
          </p:cNvPr>
          <p:cNvSpPr>
            <a:spLocks xmlns:a="http://schemas.openxmlformats.org/drawingml/2006/main" noGrp="1"/>
          </p:cNvSpPr>
          <p:nvPr/>
        </p:nvSpPr>
        <p:spPr>
          <a:xfrm xmlns:a="http://schemas.openxmlformats.org/drawingml/2006/main">
            <a:off x="781050" y="19812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09F9A"/>
                </a:solidFill>
                <a:latin typeface="Arial"/>
                <a:ea typeface="Arial"/>
                <a:cs typeface="Arial"/>
              </a:defRPr>
            </a:defPPr>
            <a:lvl1pPr algn="l">
              <a:defRPr sz="3300" b="1">
                <a:solidFill>
                  <a:srgbClr val="009F9A"/>
                </a:solidFill>
                <a:latin typeface="Arial"/>
                <a:ea typeface="Arial"/>
                <a:cs typeface="Arial"/>
              </a:defRPr>
            </a:lvl1pPr>
            <a:lvl2pPr algn="l">
              <a:defRPr sz="3300" b="1">
                <a:solidFill>
                  <a:srgbClr val="009F9A"/>
                </a:solidFill>
                <a:latin typeface="Arial"/>
                <a:ea typeface="Arial"/>
                <a:cs typeface="Arial"/>
              </a:defRPr>
            </a:lvl2pPr>
            <a:lvl3pPr algn="l">
              <a:defRPr sz="3300" b="1">
                <a:solidFill>
                  <a:srgbClr val="009F9A"/>
                </a:solidFill>
                <a:latin typeface="Arial"/>
                <a:ea typeface="Arial"/>
                <a:cs typeface="Arial"/>
              </a:defRPr>
            </a:lvl3pPr>
            <a:lvl4pPr algn="l">
              <a:defRPr sz="3300" b="1">
                <a:solidFill>
                  <a:srgbClr val="009F9A"/>
                </a:solidFill>
                <a:latin typeface="Arial"/>
                <a:ea typeface="Arial"/>
                <a:cs typeface="Arial"/>
              </a:defRPr>
            </a:lvl4pPr>
            <a:lvl5pPr algn="l">
              <a:defRPr sz="3300" b="1">
                <a:solidFill>
                  <a:srgbClr val="009F9A"/>
                </a:solidFill>
                <a:latin typeface="Arial"/>
                <a:ea typeface="Arial"/>
                <a:cs typeface="Arial"/>
              </a:defRPr>
            </a:lvl5pPr>
            <a:lvl6pPr algn="l">
              <a:defRPr sz="3300" b="1">
                <a:solidFill>
                  <a:srgbClr val="009F9A"/>
                </a:solidFill>
                <a:latin typeface="Arial"/>
                <a:ea typeface="Arial"/>
                <a:cs typeface="Arial"/>
              </a:defRPr>
            </a:lvl6pPr>
            <a:lvl7pPr algn="l">
              <a:defRPr sz="3300" b="1">
                <a:solidFill>
                  <a:srgbClr val="009F9A"/>
                </a:solidFill>
                <a:latin typeface="Arial"/>
                <a:ea typeface="Arial"/>
                <a:cs typeface="Arial"/>
              </a:defRPr>
            </a:lvl7pPr>
            <a:lvl8pPr algn="l">
              <a:defRPr sz="3300" b="1">
                <a:solidFill>
                  <a:srgbClr val="009F9A"/>
                </a:solidFill>
                <a:latin typeface="Arial"/>
                <a:ea typeface="Arial"/>
                <a:cs typeface="Arial"/>
              </a:defRPr>
            </a:lvl8pPr>
            <a:lvl9pPr algn="l">
              <a:defRPr sz="3300" b="1">
                <a:solidFill>
                  <a:srgbClr val="009F9A"/>
                </a:solidFill>
                <a:latin typeface="Arial"/>
                <a:ea typeface="Arial"/>
                <a:cs typeface="Arial"/>
              </a:defRPr>
            </a:lvl9pPr>
          </a:lstStyle>
          <a:p xmlns:a="http://schemas.openxmlformats.org/drawingml/2006/main">
            <a:pPr algn="l">
              <a:lnSpc>
                <a:spcPct val="102000"/>
              </a:lnSpc>
              <a:buNone/>
              <a:defRPr sz="3300" b="1">
                <a:solidFill>
                  <a:srgbClr val="009F9A"/>
                </a:solidFill>
                <a:latin typeface="Arial"/>
                <a:ea typeface="Arial"/>
                <a:cs typeface="Arial"/>
              </a:defRPr>
            </a:pPr>
            <a:r>
              <a:rPr sz="3300" b="1">
                <a:solidFill>
                  <a:srgbClr val="009F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58BBA48-CFEC-4FE1-977A-5002C49C7958}"/>
              </a:ext>
            </a:extLst>
          </p:cNvPr>
          <p:cNvSpPr>
            <a:spLocks xmlns:a="http://schemas.openxmlformats.org/drawingml/2006/main" noGrp="1"/>
          </p:cNvSpPr>
          <p:nvPr/>
        </p:nvSpPr>
        <p:spPr>
          <a:xfrm xmlns:a="http://schemas.openxmlformats.org/drawingml/2006/main">
            <a:off x="781050" y="2647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C7077"/>
                </a:solidFill>
                <a:latin typeface="Arial"/>
                <a:ea typeface="Arial"/>
                <a:cs typeface="Arial"/>
              </a:defRPr>
            </a:defPPr>
            <a:lvl1pPr algn="l">
              <a:defRPr sz="1200" b="1">
                <a:solidFill>
                  <a:srgbClr val="5C7077"/>
                </a:solidFill>
                <a:latin typeface="Arial"/>
                <a:ea typeface="Arial"/>
                <a:cs typeface="Arial"/>
              </a:defRPr>
            </a:lvl1pPr>
            <a:lvl2pPr algn="l">
              <a:defRPr sz="1200" b="1">
                <a:solidFill>
                  <a:srgbClr val="5C7077"/>
                </a:solidFill>
                <a:latin typeface="Arial"/>
                <a:ea typeface="Arial"/>
                <a:cs typeface="Arial"/>
              </a:defRPr>
            </a:lvl2pPr>
            <a:lvl3pPr algn="l">
              <a:defRPr sz="1200" b="1">
                <a:solidFill>
                  <a:srgbClr val="5C7077"/>
                </a:solidFill>
                <a:latin typeface="Arial"/>
                <a:ea typeface="Arial"/>
                <a:cs typeface="Arial"/>
              </a:defRPr>
            </a:lvl3pPr>
            <a:lvl4pPr algn="l">
              <a:defRPr sz="1200" b="1">
                <a:solidFill>
                  <a:srgbClr val="5C7077"/>
                </a:solidFill>
                <a:latin typeface="Arial"/>
                <a:ea typeface="Arial"/>
                <a:cs typeface="Arial"/>
              </a:defRPr>
            </a:lvl4pPr>
            <a:lvl5pPr algn="l">
              <a:defRPr sz="1200" b="1">
                <a:solidFill>
                  <a:srgbClr val="5C7077"/>
                </a:solidFill>
                <a:latin typeface="Arial"/>
                <a:ea typeface="Arial"/>
                <a:cs typeface="Arial"/>
              </a:defRPr>
            </a:lvl5pPr>
            <a:lvl6pPr algn="l">
              <a:defRPr sz="1200" b="1">
                <a:solidFill>
                  <a:srgbClr val="5C7077"/>
                </a:solidFill>
                <a:latin typeface="Arial"/>
                <a:ea typeface="Arial"/>
                <a:cs typeface="Arial"/>
              </a:defRPr>
            </a:lvl6pPr>
            <a:lvl7pPr algn="l">
              <a:defRPr sz="1200" b="1">
                <a:solidFill>
                  <a:srgbClr val="5C7077"/>
                </a:solidFill>
                <a:latin typeface="Arial"/>
                <a:ea typeface="Arial"/>
                <a:cs typeface="Arial"/>
              </a:defRPr>
            </a:lvl7pPr>
            <a:lvl8pPr algn="l">
              <a:defRPr sz="1200" b="1">
                <a:solidFill>
                  <a:srgbClr val="5C7077"/>
                </a:solidFill>
                <a:latin typeface="Arial"/>
                <a:ea typeface="Arial"/>
                <a:cs typeface="Arial"/>
              </a:defRPr>
            </a:lvl8pPr>
            <a:lvl9pPr algn="l">
              <a:defRPr sz="1200" b="1">
                <a:solidFill>
                  <a:srgbClr val="5C7077"/>
                </a:solidFill>
                <a:latin typeface="Arial"/>
                <a:ea typeface="Arial"/>
                <a:cs typeface="Arial"/>
              </a:defRPr>
            </a:lvl9pPr>
          </a:lstStyle>
          <a:p xmlns:a="http://schemas.openxmlformats.org/drawingml/2006/main">
            <a:pPr algn="l">
              <a:lnSpc>
                <a:spcPct val="102000"/>
              </a:lnSpc>
              <a:buNone/>
              <a:defRPr sz="1200" b="1">
                <a:solidFill>
                  <a:srgbClr val="5C7077"/>
                </a:solidFill>
                <a:latin typeface="Arial"/>
                <a:ea typeface="Arial"/>
                <a:cs typeface="Arial"/>
              </a:defRPr>
            </a:pPr>
            <a:r>
              <a:rPr sz="1200" b="1">
                <a:solidFill>
                  <a:srgbClr val="5C7077"/>
                </a:solidFill>
                <a:latin typeface="Arial"/>
                <a:ea typeface="Arial"/>
                <a:cs typeface="Arial"/>
              </a:rPr>
              <a:t>INPUT</a:t>
            </a:r>
          </a:p>
        </p:txBody>
      </p:sp>
      <p:sp>
        <p:nvSpPr>
          <p:cNvPr id="7" name="">
            <a:extLst xmlns:a="http://schemas.openxmlformats.org/drawingml/2006/main">
              <a:ext uri="{FF2B5EF4-FFF2-40B4-BE49-F238E27FC236}">
                <a16:creationId xmlns:a16="http://schemas.microsoft.com/office/drawing/2014/main" id="{218CC31F-A5CE-4939-B9FC-DB149F6C319B}"/>
              </a:ext>
            </a:extLst>
          </p:cNvPr>
          <p:cNvSpPr>
            <a:spLocks xmlns:a="http://schemas.openxmlformats.org/drawingml/2006/main" noGrp="1"/>
          </p:cNvSpPr>
          <p:nvPr/>
        </p:nvSpPr>
        <p:spPr>
          <a:xfrm xmlns:a="http://schemas.openxmlformats.org/drawingml/2006/main">
            <a:off x="781050" y="30099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14 survey answers</a:t>
            </a:r>
          </a:p>
        </p:txBody>
      </p:sp>
      <p:sp>
        <p:nvSpPr>
          <p:cNvPr id="8" name="">
            <a:extLst xmlns:a="http://schemas.openxmlformats.org/drawingml/2006/main">
              <a:ext uri="{FF2B5EF4-FFF2-40B4-BE49-F238E27FC236}">
                <a16:creationId xmlns:a16="http://schemas.microsoft.com/office/drawing/2014/main" id="{695C0445-FC13-4380-BC46-C72B08CE5F1F}"/>
              </a:ext>
            </a:extLst>
          </p:cNvPr>
          <p:cNvSpPr>
            <a:spLocks xmlns:a="http://schemas.openxmlformats.org/drawingml/2006/main" noGrp="1"/>
          </p:cNvSpPr>
          <p:nvPr/>
        </p:nvSpPr>
        <p:spPr>
          <a:xfrm xmlns:a="http://schemas.openxmlformats.org/drawingml/2006/main">
            <a:off x="781050" y="3552825"/>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Health, age, BMI, lifestyle and income indicators</a:t>
            </a:r>
          </a:p>
        </p:txBody>
      </p:sp>
      <p:sp>
        <p:nvSpPr>
          <p:cNvPr id="9" name="">
            <a:extLst xmlns:a="http://schemas.openxmlformats.org/drawingml/2006/main">
              <a:ext uri="{FF2B5EF4-FFF2-40B4-BE49-F238E27FC236}">
                <a16:creationId xmlns:a16="http://schemas.microsoft.com/office/drawing/2014/main" id="{D4A457FE-E60D-44B2-A549-1E0DF1CFB950}"/>
              </a:ext>
            </a:extLst>
          </p:cNvPr>
          <p:cNvSpPr>
            <a:spLocks xmlns:a="http://schemas.openxmlformats.org/drawingml/2006/main" noGrp="1"/>
          </p:cNvSpPr>
          <p:nvPr/>
        </p:nvSpPr>
        <p:spPr>
          <a:xfrm xmlns:a="http://schemas.openxmlformats.org/drawingml/2006/main">
            <a:off x="3924300" y="3038475"/>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150" b="1">
                <a:solidFill>
                  <a:srgbClr val="009F9A"/>
                </a:solidFill>
                <a:latin typeface="Arial"/>
                <a:ea typeface="Arial"/>
                <a:cs typeface="Arial"/>
              </a:defRPr>
            </a:defPPr>
            <a:lvl1pPr algn="ctr">
              <a:defRPr sz="3150" b="1">
                <a:solidFill>
                  <a:srgbClr val="009F9A"/>
                </a:solidFill>
                <a:latin typeface="Arial"/>
                <a:ea typeface="Arial"/>
                <a:cs typeface="Arial"/>
              </a:defRPr>
            </a:lvl1pPr>
            <a:lvl2pPr algn="ctr">
              <a:defRPr sz="3150" b="1">
                <a:solidFill>
                  <a:srgbClr val="009F9A"/>
                </a:solidFill>
                <a:latin typeface="Arial"/>
                <a:ea typeface="Arial"/>
                <a:cs typeface="Arial"/>
              </a:defRPr>
            </a:lvl2pPr>
            <a:lvl3pPr algn="ctr">
              <a:defRPr sz="3150" b="1">
                <a:solidFill>
                  <a:srgbClr val="009F9A"/>
                </a:solidFill>
                <a:latin typeface="Arial"/>
                <a:ea typeface="Arial"/>
                <a:cs typeface="Arial"/>
              </a:defRPr>
            </a:lvl3pPr>
            <a:lvl4pPr algn="ctr">
              <a:defRPr sz="3150" b="1">
                <a:solidFill>
                  <a:srgbClr val="009F9A"/>
                </a:solidFill>
                <a:latin typeface="Arial"/>
                <a:ea typeface="Arial"/>
                <a:cs typeface="Arial"/>
              </a:defRPr>
            </a:lvl4pPr>
            <a:lvl5pPr algn="ctr">
              <a:defRPr sz="3150" b="1">
                <a:solidFill>
                  <a:srgbClr val="009F9A"/>
                </a:solidFill>
                <a:latin typeface="Arial"/>
                <a:ea typeface="Arial"/>
                <a:cs typeface="Arial"/>
              </a:defRPr>
            </a:lvl5pPr>
            <a:lvl6pPr algn="ctr">
              <a:defRPr sz="3150" b="1">
                <a:solidFill>
                  <a:srgbClr val="009F9A"/>
                </a:solidFill>
                <a:latin typeface="Arial"/>
                <a:ea typeface="Arial"/>
                <a:cs typeface="Arial"/>
              </a:defRPr>
            </a:lvl6pPr>
            <a:lvl7pPr algn="ctr">
              <a:defRPr sz="3150" b="1">
                <a:solidFill>
                  <a:srgbClr val="009F9A"/>
                </a:solidFill>
                <a:latin typeface="Arial"/>
                <a:ea typeface="Arial"/>
                <a:cs typeface="Arial"/>
              </a:defRPr>
            </a:lvl7pPr>
            <a:lvl8pPr algn="ctr">
              <a:defRPr sz="3150" b="1">
                <a:solidFill>
                  <a:srgbClr val="009F9A"/>
                </a:solidFill>
                <a:latin typeface="Arial"/>
                <a:ea typeface="Arial"/>
                <a:cs typeface="Arial"/>
              </a:defRPr>
            </a:lvl8pPr>
            <a:lvl9pPr algn="ctr">
              <a:defRPr sz="3150" b="1">
                <a:solidFill>
                  <a:srgbClr val="009F9A"/>
                </a:solidFill>
                <a:latin typeface="Arial"/>
                <a:ea typeface="Arial"/>
                <a:cs typeface="Arial"/>
              </a:defRPr>
            </a:lvl9pPr>
          </a:lstStyle>
          <a:p xmlns:a="http://schemas.openxmlformats.org/drawingml/2006/main">
            <a:pPr algn="ctr">
              <a:lnSpc>
                <a:spcPct val="102000"/>
              </a:lnSpc>
              <a:buNone/>
              <a:defRPr sz="3150" b="1">
                <a:solidFill>
                  <a:srgbClr val="009F9A"/>
                </a:solidFill>
                <a:latin typeface="Arial"/>
                <a:ea typeface="Arial"/>
                <a:cs typeface="Arial"/>
              </a:defRPr>
            </a:pPr>
            <a:r>
              <a:rPr sz="3150" b="1">
                <a:solidFill>
                  <a:srgbClr val="009F9A"/>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3219FC3F-FC09-43FB-9315-BD9E7269A5B9}"/>
              </a:ext>
            </a:extLst>
          </p:cNvPr>
          <p:cNvSpPr>
            <a:spLocks xmlns:a="http://schemas.openxmlformats.org/drawingml/2006/main" noGrp="1"/>
          </p:cNvSpPr>
          <p:nvPr/>
        </p:nvSpPr>
        <p:spPr>
          <a:xfrm xmlns:a="http://schemas.openxmlformats.org/drawingml/2006/main">
            <a:off x="4524375" y="19812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09F9A"/>
                </a:solidFill>
                <a:latin typeface="Arial"/>
                <a:ea typeface="Arial"/>
                <a:cs typeface="Arial"/>
              </a:defRPr>
            </a:defPPr>
            <a:lvl1pPr algn="l">
              <a:defRPr sz="3300" b="1">
                <a:solidFill>
                  <a:srgbClr val="009F9A"/>
                </a:solidFill>
                <a:latin typeface="Arial"/>
                <a:ea typeface="Arial"/>
                <a:cs typeface="Arial"/>
              </a:defRPr>
            </a:lvl1pPr>
            <a:lvl2pPr algn="l">
              <a:defRPr sz="3300" b="1">
                <a:solidFill>
                  <a:srgbClr val="009F9A"/>
                </a:solidFill>
                <a:latin typeface="Arial"/>
                <a:ea typeface="Arial"/>
                <a:cs typeface="Arial"/>
              </a:defRPr>
            </a:lvl2pPr>
            <a:lvl3pPr algn="l">
              <a:defRPr sz="3300" b="1">
                <a:solidFill>
                  <a:srgbClr val="009F9A"/>
                </a:solidFill>
                <a:latin typeface="Arial"/>
                <a:ea typeface="Arial"/>
                <a:cs typeface="Arial"/>
              </a:defRPr>
            </a:lvl3pPr>
            <a:lvl4pPr algn="l">
              <a:defRPr sz="3300" b="1">
                <a:solidFill>
                  <a:srgbClr val="009F9A"/>
                </a:solidFill>
                <a:latin typeface="Arial"/>
                <a:ea typeface="Arial"/>
                <a:cs typeface="Arial"/>
              </a:defRPr>
            </a:lvl4pPr>
            <a:lvl5pPr algn="l">
              <a:defRPr sz="3300" b="1">
                <a:solidFill>
                  <a:srgbClr val="009F9A"/>
                </a:solidFill>
                <a:latin typeface="Arial"/>
                <a:ea typeface="Arial"/>
                <a:cs typeface="Arial"/>
              </a:defRPr>
            </a:lvl5pPr>
            <a:lvl6pPr algn="l">
              <a:defRPr sz="3300" b="1">
                <a:solidFill>
                  <a:srgbClr val="009F9A"/>
                </a:solidFill>
                <a:latin typeface="Arial"/>
                <a:ea typeface="Arial"/>
                <a:cs typeface="Arial"/>
              </a:defRPr>
            </a:lvl6pPr>
            <a:lvl7pPr algn="l">
              <a:defRPr sz="3300" b="1">
                <a:solidFill>
                  <a:srgbClr val="009F9A"/>
                </a:solidFill>
                <a:latin typeface="Arial"/>
                <a:ea typeface="Arial"/>
                <a:cs typeface="Arial"/>
              </a:defRPr>
            </a:lvl7pPr>
            <a:lvl8pPr algn="l">
              <a:defRPr sz="3300" b="1">
                <a:solidFill>
                  <a:srgbClr val="009F9A"/>
                </a:solidFill>
                <a:latin typeface="Arial"/>
                <a:ea typeface="Arial"/>
                <a:cs typeface="Arial"/>
              </a:defRPr>
            </a:lvl8pPr>
            <a:lvl9pPr algn="l">
              <a:defRPr sz="3300" b="1">
                <a:solidFill>
                  <a:srgbClr val="009F9A"/>
                </a:solidFill>
                <a:latin typeface="Arial"/>
                <a:ea typeface="Arial"/>
                <a:cs typeface="Arial"/>
              </a:defRPr>
            </a:lvl9pPr>
          </a:lstStyle>
          <a:p xmlns:a="http://schemas.openxmlformats.org/drawingml/2006/main">
            <a:pPr algn="l">
              <a:lnSpc>
                <a:spcPct val="102000"/>
              </a:lnSpc>
              <a:buNone/>
              <a:defRPr sz="3300" b="1">
                <a:solidFill>
                  <a:srgbClr val="009F9A"/>
                </a:solidFill>
                <a:latin typeface="Arial"/>
                <a:ea typeface="Arial"/>
                <a:cs typeface="Arial"/>
              </a:defRPr>
            </a:pPr>
            <a:r>
              <a:rPr sz="3300" b="1">
                <a:solidFill>
                  <a:srgbClr val="009F9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C7F66331-0760-4B81-8944-436FE3F39140}"/>
              </a:ext>
            </a:extLst>
          </p:cNvPr>
          <p:cNvSpPr>
            <a:spLocks xmlns:a="http://schemas.openxmlformats.org/drawingml/2006/main" noGrp="1"/>
          </p:cNvSpPr>
          <p:nvPr/>
        </p:nvSpPr>
        <p:spPr>
          <a:xfrm xmlns:a="http://schemas.openxmlformats.org/drawingml/2006/main">
            <a:off x="4524375" y="2647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C7077"/>
                </a:solidFill>
                <a:latin typeface="Arial"/>
                <a:ea typeface="Arial"/>
                <a:cs typeface="Arial"/>
              </a:defRPr>
            </a:defPPr>
            <a:lvl1pPr algn="l">
              <a:defRPr sz="1200" b="1">
                <a:solidFill>
                  <a:srgbClr val="5C7077"/>
                </a:solidFill>
                <a:latin typeface="Arial"/>
                <a:ea typeface="Arial"/>
                <a:cs typeface="Arial"/>
              </a:defRPr>
            </a:lvl1pPr>
            <a:lvl2pPr algn="l">
              <a:defRPr sz="1200" b="1">
                <a:solidFill>
                  <a:srgbClr val="5C7077"/>
                </a:solidFill>
                <a:latin typeface="Arial"/>
                <a:ea typeface="Arial"/>
                <a:cs typeface="Arial"/>
              </a:defRPr>
            </a:lvl2pPr>
            <a:lvl3pPr algn="l">
              <a:defRPr sz="1200" b="1">
                <a:solidFill>
                  <a:srgbClr val="5C7077"/>
                </a:solidFill>
                <a:latin typeface="Arial"/>
                <a:ea typeface="Arial"/>
                <a:cs typeface="Arial"/>
              </a:defRPr>
            </a:lvl3pPr>
            <a:lvl4pPr algn="l">
              <a:defRPr sz="1200" b="1">
                <a:solidFill>
                  <a:srgbClr val="5C7077"/>
                </a:solidFill>
                <a:latin typeface="Arial"/>
                <a:ea typeface="Arial"/>
                <a:cs typeface="Arial"/>
              </a:defRPr>
            </a:lvl4pPr>
            <a:lvl5pPr algn="l">
              <a:defRPr sz="1200" b="1">
                <a:solidFill>
                  <a:srgbClr val="5C7077"/>
                </a:solidFill>
                <a:latin typeface="Arial"/>
                <a:ea typeface="Arial"/>
                <a:cs typeface="Arial"/>
              </a:defRPr>
            </a:lvl5pPr>
            <a:lvl6pPr algn="l">
              <a:defRPr sz="1200" b="1">
                <a:solidFill>
                  <a:srgbClr val="5C7077"/>
                </a:solidFill>
                <a:latin typeface="Arial"/>
                <a:ea typeface="Arial"/>
                <a:cs typeface="Arial"/>
              </a:defRPr>
            </a:lvl6pPr>
            <a:lvl7pPr algn="l">
              <a:defRPr sz="1200" b="1">
                <a:solidFill>
                  <a:srgbClr val="5C7077"/>
                </a:solidFill>
                <a:latin typeface="Arial"/>
                <a:ea typeface="Arial"/>
                <a:cs typeface="Arial"/>
              </a:defRPr>
            </a:lvl7pPr>
            <a:lvl8pPr algn="l">
              <a:defRPr sz="1200" b="1">
                <a:solidFill>
                  <a:srgbClr val="5C7077"/>
                </a:solidFill>
                <a:latin typeface="Arial"/>
                <a:ea typeface="Arial"/>
                <a:cs typeface="Arial"/>
              </a:defRPr>
            </a:lvl8pPr>
            <a:lvl9pPr algn="l">
              <a:defRPr sz="1200" b="1">
                <a:solidFill>
                  <a:srgbClr val="5C7077"/>
                </a:solidFill>
                <a:latin typeface="Arial"/>
                <a:ea typeface="Arial"/>
                <a:cs typeface="Arial"/>
              </a:defRPr>
            </a:lvl9pPr>
          </a:lstStyle>
          <a:p xmlns:a="http://schemas.openxmlformats.org/drawingml/2006/main">
            <a:pPr algn="l">
              <a:lnSpc>
                <a:spcPct val="102000"/>
              </a:lnSpc>
              <a:buNone/>
              <a:defRPr sz="1200" b="1">
                <a:solidFill>
                  <a:srgbClr val="5C7077"/>
                </a:solidFill>
                <a:latin typeface="Arial"/>
                <a:ea typeface="Arial"/>
                <a:cs typeface="Arial"/>
              </a:defRPr>
            </a:pPr>
            <a:r>
              <a:rPr sz="1200" b="1">
                <a:solidFill>
                  <a:srgbClr val="5C7077"/>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5E89EEC3-026B-41B8-B632-249074E589CC}"/>
              </a:ext>
            </a:extLst>
          </p:cNvPr>
          <p:cNvSpPr>
            <a:spLocks xmlns:a="http://schemas.openxmlformats.org/drawingml/2006/main" noGrp="1"/>
          </p:cNvSpPr>
          <p:nvPr/>
        </p:nvSpPr>
        <p:spPr>
          <a:xfrm xmlns:a="http://schemas.openxmlformats.org/drawingml/2006/main">
            <a:off x="4524375" y="30099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Logistic regression</a:t>
            </a:r>
          </a:p>
        </p:txBody>
      </p:sp>
      <p:sp>
        <p:nvSpPr>
          <p:cNvPr id="13" name="">
            <a:extLst xmlns:a="http://schemas.openxmlformats.org/drawingml/2006/main">
              <a:ext uri="{FF2B5EF4-FFF2-40B4-BE49-F238E27FC236}">
                <a16:creationId xmlns:a16="http://schemas.microsoft.com/office/drawing/2014/main" id="{7702179D-6213-47B6-9B07-1CA0F4C000B0}"/>
              </a:ext>
            </a:extLst>
          </p:cNvPr>
          <p:cNvSpPr>
            <a:spLocks xmlns:a="http://schemas.openxmlformats.org/drawingml/2006/main" noGrp="1"/>
          </p:cNvSpPr>
          <p:nvPr/>
        </p:nvSpPr>
        <p:spPr>
          <a:xfrm xmlns:a="http://schemas.openxmlformats.org/drawingml/2006/main">
            <a:off x="4524375" y="3552825"/>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Combines selected answers into a score</a:t>
            </a:r>
          </a:p>
        </p:txBody>
      </p:sp>
      <p:sp>
        <p:nvSpPr>
          <p:cNvPr id="14" name="">
            <a:extLst xmlns:a="http://schemas.openxmlformats.org/drawingml/2006/main">
              <a:ext uri="{FF2B5EF4-FFF2-40B4-BE49-F238E27FC236}">
                <a16:creationId xmlns:a16="http://schemas.microsoft.com/office/drawing/2014/main" id="{7FD3F249-FBFD-43EF-88F3-B7D0CA7B36A6}"/>
              </a:ext>
            </a:extLst>
          </p:cNvPr>
          <p:cNvSpPr>
            <a:spLocks xmlns:a="http://schemas.openxmlformats.org/drawingml/2006/main" noGrp="1"/>
          </p:cNvSpPr>
          <p:nvPr/>
        </p:nvSpPr>
        <p:spPr>
          <a:xfrm xmlns:a="http://schemas.openxmlformats.org/drawingml/2006/main">
            <a:off x="7667625" y="3038475"/>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150" b="1">
                <a:solidFill>
                  <a:srgbClr val="009F9A"/>
                </a:solidFill>
                <a:latin typeface="Arial"/>
                <a:ea typeface="Arial"/>
                <a:cs typeface="Arial"/>
              </a:defRPr>
            </a:defPPr>
            <a:lvl1pPr algn="ctr">
              <a:defRPr sz="3150" b="1">
                <a:solidFill>
                  <a:srgbClr val="009F9A"/>
                </a:solidFill>
                <a:latin typeface="Arial"/>
                <a:ea typeface="Arial"/>
                <a:cs typeface="Arial"/>
              </a:defRPr>
            </a:lvl1pPr>
            <a:lvl2pPr algn="ctr">
              <a:defRPr sz="3150" b="1">
                <a:solidFill>
                  <a:srgbClr val="009F9A"/>
                </a:solidFill>
                <a:latin typeface="Arial"/>
                <a:ea typeface="Arial"/>
                <a:cs typeface="Arial"/>
              </a:defRPr>
            </a:lvl2pPr>
            <a:lvl3pPr algn="ctr">
              <a:defRPr sz="3150" b="1">
                <a:solidFill>
                  <a:srgbClr val="009F9A"/>
                </a:solidFill>
                <a:latin typeface="Arial"/>
                <a:ea typeface="Arial"/>
                <a:cs typeface="Arial"/>
              </a:defRPr>
            </a:lvl3pPr>
            <a:lvl4pPr algn="ctr">
              <a:defRPr sz="3150" b="1">
                <a:solidFill>
                  <a:srgbClr val="009F9A"/>
                </a:solidFill>
                <a:latin typeface="Arial"/>
                <a:ea typeface="Arial"/>
                <a:cs typeface="Arial"/>
              </a:defRPr>
            </a:lvl4pPr>
            <a:lvl5pPr algn="ctr">
              <a:defRPr sz="3150" b="1">
                <a:solidFill>
                  <a:srgbClr val="009F9A"/>
                </a:solidFill>
                <a:latin typeface="Arial"/>
                <a:ea typeface="Arial"/>
                <a:cs typeface="Arial"/>
              </a:defRPr>
            </a:lvl5pPr>
            <a:lvl6pPr algn="ctr">
              <a:defRPr sz="3150" b="1">
                <a:solidFill>
                  <a:srgbClr val="009F9A"/>
                </a:solidFill>
                <a:latin typeface="Arial"/>
                <a:ea typeface="Arial"/>
                <a:cs typeface="Arial"/>
              </a:defRPr>
            </a:lvl6pPr>
            <a:lvl7pPr algn="ctr">
              <a:defRPr sz="3150" b="1">
                <a:solidFill>
                  <a:srgbClr val="009F9A"/>
                </a:solidFill>
                <a:latin typeface="Arial"/>
                <a:ea typeface="Arial"/>
                <a:cs typeface="Arial"/>
              </a:defRPr>
            </a:lvl7pPr>
            <a:lvl8pPr algn="ctr">
              <a:defRPr sz="3150" b="1">
                <a:solidFill>
                  <a:srgbClr val="009F9A"/>
                </a:solidFill>
                <a:latin typeface="Arial"/>
                <a:ea typeface="Arial"/>
                <a:cs typeface="Arial"/>
              </a:defRPr>
            </a:lvl8pPr>
            <a:lvl9pPr algn="ctr">
              <a:defRPr sz="3150" b="1">
                <a:solidFill>
                  <a:srgbClr val="009F9A"/>
                </a:solidFill>
                <a:latin typeface="Arial"/>
                <a:ea typeface="Arial"/>
                <a:cs typeface="Arial"/>
              </a:defRPr>
            </a:lvl9pPr>
          </a:lstStyle>
          <a:p xmlns:a="http://schemas.openxmlformats.org/drawingml/2006/main">
            <a:pPr algn="ctr">
              <a:lnSpc>
                <a:spcPct val="102000"/>
              </a:lnSpc>
              <a:buNone/>
              <a:defRPr sz="3150" b="1">
                <a:solidFill>
                  <a:srgbClr val="009F9A"/>
                </a:solidFill>
                <a:latin typeface="Arial"/>
                <a:ea typeface="Arial"/>
                <a:cs typeface="Arial"/>
              </a:defRPr>
            </a:pPr>
            <a:r>
              <a:rPr sz="3150" b="1">
                <a:solidFill>
                  <a:srgbClr val="009F9A"/>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2771399-1050-4EC2-ADB7-036264B4192E}"/>
              </a:ext>
            </a:extLst>
          </p:cNvPr>
          <p:cNvSpPr>
            <a:spLocks xmlns:a="http://schemas.openxmlformats.org/drawingml/2006/main" noGrp="1"/>
          </p:cNvSpPr>
          <p:nvPr/>
        </p:nvSpPr>
        <p:spPr>
          <a:xfrm xmlns:a="http://schemas.openxmlformats.org/drawingml/2006/main">
            <a:off x="8286750" y="19812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E36D5F"/>
                </a:solidFill>
                <a:latin typeface="Arial"/>
                <a:ea typeface="Arial"/>
                <a:cs typeface="Arial"/>
              </a:defRPr>
            </a:defPPr>
            <a:lvl1pPr algn="l">
              <a:defRPr sz="3300" b="1">
                <a:solidFill>
                  <a:srgbClr val="E36D5F"/>
                </a:solidFill>
                <a:latin typeface="Arial"/>
                <a:ea typeface="Arial"/>
                <a:cs typeface="Arial"/>
              </a:defRPr>
            </a:lvl1pPr>
            <a:lvl2pPr algn="l">
              <a:defRPr sz="3300" b="1">
                <a:solidFill>
                  <a:srgbClr val="E36D5F"/>
                </a:solidFill>
                <a:latin typeface="Arial"/>
                <a:ea typeface="Arial"/>
                <a:cs typeface="Arial"/>
              </a:defRPr>
            </a:lvl2pPr>
            <a:lvl3pPr algn="l">
              <a:defRPr sz="3300" b="1">
                <a:solidFill>
                  <a:srgbClr val="E36D5F"/>
                </a:solidFill>
                <a:latin typeface="Arial"/>
                <a:ea typeface="Arial"/>
                <a:cs typeface="Arial"/>
              </a:defRPr>
            </a:lvl3pPr>
            <a:lvl4pPr algn="l">
              <a:defRPr sz="3300" b="1">
                <a:solidFill>
                  <a:srgbClr val="E36D5F"/>
                </a:solidFill>
                <a:latin typeface="Arial"/>
                <a:ea typeface="Arial"/>
                <a:cs typeface="Arial"/>
              </a:defRPr>
            </a:lvl4pPr>
            <a:lvl5pPr algn="l">
              <a:defRPr sz="3300" b="1">
                <a:solidFill>
                  <a:srgbClr val="E36D5F"/>
                </a:solidFill>
                <a:latin typeface="Arial"/>
                <a:ea typeface="Arial"/>
                <a:cs typeface="Arial"/>
              </a:defRPr>
            </a:lvl5pPr>
            <a:lvl6pPr algn="l">
              <a:defRPr sz="3300" b="1">
                <a:solidFill>
                  <a:srgbClr val="E36D5F"/>
                </a:solidFill>
                <a:latin typeface="Arial"/>
                <a:ea typeface="Arial"/>
                <a:cs typeface="Arial"/>
              </a:defRPr>
            </a:lvl6pPr>
            <a:lvl7pPr algn="l">
              <a:defRPr sz="3300" b="1">
                <a:solidFill>
                  <a:srgbClr val="E36D5F"/>
                </a:solidFill>
                <a:latin typeface="Arial"/>
                <a:ea typeface="Arial"/>
                <a:cs typeface="Arial"/>
              </a:defRPr>
            </a:lvl7pPr>
            <a:lvl8pPr algn="l">
              <a:defRPr sz="3300" b="1">
                <a:solidFill>
                  <a:srgbClr val="E36D5F"/>
                </a:solidFill>
                <a:latin typeface="Arial"/>
                <a:ea typeface="Arial"/>
                <a:cs typeface="Arial"/>
              </a:defRPr>
            </a:lvl8pPr>
            <a:lvl9pPr algn="l">
              <a:defRPr sz="3300" b="1">
                <a:solidFill>
                  <a:srgbClr val="E36D5F"/>
                </a:solidFill>
                <a:latin typeface="Arial"/>
                <a:ea typeface="Arial"/>
                <a:cs typeface="Arial"/>
              </a:defRPr>
            </a:lvl9pPr>
          </a:lstStyle>
          <a:p xmlns:a="http://schemas.openxmlformats.org/drawingml/2006/main">
            <a:pPr algn="l">
              <a:lnSpc>
                <a:spcPct val="102000"/>
              </a:lnSpc>
              <a:buNone/>
              <a:defRPr sz="3300" b="1">
                <a:solidFill>
                  <a:srgbClr val="E36D5F"/>
                </a:solidFill>
                <a:latin typeface="Arial"/>
                <a:ea typeface="Arial"/>
                <a:cs typeface="Arial"/>
              </a:defRPr>
            </a:pPr>
            <a:r>
              <a:rPr sz="3300" b="1">
                <a:solidFill>
                  <a:srgbClr val="E36D5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920F4B1-0BE7-4D08-8808-463C844C058D}"/>
              </a:ext>
            </a:extLst>
          </p:cNvPr>
          <p:cNvSpPr>
            <a:spLocks xmlns:a="http://schemas.openxmlformats.org/drawingml/2006/main" noGrp="1"/>
          </p:cNvSpPr>
          <p:nvPr/>
        </p:nvSpPr>
        <p:spPr>
          <a:xfrm xmlns:a="http://schemas.openxmlformats.org/drawingml/2006/main">
            <a:off x="8286750" y="2647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C7077"/>
                </a:solidFill>
                <a:latin typeface="Arial"/>
                <a:ea typeface="Arial"/>
                <a:cs typeface="Arial"/>
              </a:defRPr>
            </a:defPPr>
            <a:lvl1pPr algn="l">
              <a:defRPr sz="1200" b="1">
                <a:solidFill>
                  <a:srgbClr val="5C7077"/>
                </a:solidFill>
                <a:latin typeface="Arial"/>
                <a:ea typeface="Arial"/>
                <a:cs typeface="Arial"/>
              </a:defRPr>
            </a:lvl1pPr>
            <a:lvl2pPr algn="l">
              <a:defRPr sz="1200" b="1">
                <a:solidFill>
                  <a:srgbClr val="5C7077"/>
                </a:solidFill>
                <a:latin typeface="Arial"/>
                <a:ea typeface="Arial"/>
                <a:cs typeface="Arial"/>
              </a:defRPr>
            </a:lvl2pPr>
            <a:lvl3pPr algn="l">
              <a:defRPr sz="1200" b="1">
                <a:solidFill>
                  <a:srgbClr val="5C7077"/>
                </a:solidFill>
                <a:latin typeface="Arial"/>
                <a:ea typeface="Arial"/>
                <a:cs typeface="Arial"/>
              </a:defRPr>
            </a:lvl3pPr>
            <a:lvl4pPr algn="l">
              <a:defRPr sz="1200" b="1">
                <a:solidFill>
                  <a:srgbClr val="5C7077"/>
                </a:solidFill>
                <a:latin typeface="Arial"/>
                <a:ea typeface="Arial"/>
                <a:cs typeface="Arial"/>
              </a:defRPr>
            </a:lvl4pPr>
            <a:lvl5pPr algn="l">
              <a:defRPr sz="1200" b="1">
                <a:solidFill>
                  <a:srgbClr val="5C7077"/>
                </a:solidFill>
                <a:latin typeface="Arial"/>
                <a:ea typeface="Arial"/>
                <a:cs typeface="Arial"/>
              </a:defRPr>
            </a:lvl5pPr>
            <a:lvl6pPr algn="l">
              <a:defRPr sz="1200" b="1">
                <a:solidFill>
                  <a:srgbClr val="5C7077"/>
                </a:solidFill>
                <a:latin typeface="Arial"/>
                <a:ea typeface="Arial"/>
                <a:cs typeface="Arial"/>
              </a:defRPr>
            </a:lvl6pPr>
            <a:lvl7pPr algn="l">
              <a:defRPr sz="1200" b="1">
                <a:solidFill>
                  <a:srgbClr val="5C7077"/>
                </a:solidFill>
                <a:latin typeface="Arial"/>
                <a:ea typeface="Arial"/>
                <a:cs typeface="Arial"/>
              </a:defRPr>
            </a:lvl7pPr>
            <a:lvl8pPr algn="l">
              <a:defRPr sz="1200" b="1">
                <a:solidFill>
                  <a:srgbClr val="5C7077"/>
                </a:solidFill>
                <a:latin typeface="Arial"/>
                <a:ea typeface="Arial"/>
                <a:cs typeface="Arial"/>
              </a:defRPr>
            </a:lvl8pPr>
            <a:lvl9pPr algn="l">
              <a:defRPr sz="1200" b="1">
                <a:solidFill>
                  <a:srgbClr val="5C7077"/>
                </a:solidFill>
                <a:latin typeface="Arial"/>
                <a:ea typeface="Arial"/>
                <a:cs typeface="Arial"/>
              </a:defRPr>
            </a:lvl9pPr>
          </a:lstStyle>
          <a:p xmlns:a="http://schemas.openxmlformats.org/drawingml/2006/main">
            <a:pPr algn="l">
              <a:lnSpc>
                <a:spcPct val="102000"/>
              </a:lnSpc>
              <a:buNone/>
              <a:defRPr sz="1200" b="1">
                <a:solidFill>
                  <a:srgbClr val="5C7077"/>
                </a:solidFill>
                <a:latin typeface="Arial"/>
                <a:ea typeface="Arial"/>
                <a:cs typeface="Arial"/>
              </a:defRPr>
            </a:pPr>
            <a:r>
              <a:rPr sz="1200" b="1">
                <a:solidFill>
                  <a:srgbClr val="5C7077"/>
                </a:solidFill>
                <a:latin typeface="Arial"/>
                <a:ea typeface="Arial"/>
                <a:cs typeface="Arial"/>
              </a:rPr>
              <a:t>OUTPUT</a:t>
            </a:r>
          </a:p>
        </p:txBody>
      </p:sp>
      <p:sp>
        <p:nvSpPr>
          <p:cNvPr id="17" name="">
            <a:extLst xmlns:a="http://schemas.openxmlformats.org/drawingml/2006/main">
              <a:ext uri="{FF2B5EF4-FFF2-40B4-BE49-F238E27FC236}">
                <a16:creationId xmlns:a16="http://schemas.microsoft.com/office/drawing/2014/main" id="{D179CCEA-62A6-4F3C-A4A0-B9D7D855D4DC}"/>
              </a:ext>
            </a:extLst>
          </p:cNvPr>
          <p:cNvSpPr>
            <a:spLocks xmlns:a="http://schemas.openxmlformats.org/drawingml/2006/main" noGrp="1"/>
          </p:cNvSpPr>
          <p:nvPr/>
        </p:nvSpPr>
        <p:spPr>
          <a:xfrm xmlns:a="http://schemas.openxmlformats.org/drawingml/2006/main">
            <a:off x="8286750" y="30099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Follow-up flag</a:t>
            </a:r>
          </a:p>
        </p:txBody>
      </p:sp>
      <p:sp>
        <p:nvSpPr>
          <p:cNvPr id="18" name="">
            <a:extLst xmlns:a="http://schemas.openxmlformats.org/drawingml/2006/main">
              <a:ext uri="{FF2B5EF4-FFF2-40B4-BE49-F238E27FC236}">
                <a16:creationId xmlns:a16="http://schemas.microsoft.com/office/drawing/2014/main" id="{92D0C6FE-25B8-4F86-A396-4BDE57A76040}"/>
              </a:ext>
            </a:extLst>
          </p:cNvPr>
          <p:cNvSpPr>
            <a:spLocks xmlns:a="http://schemas.openxmlformats.org/drawingml/2006/main" noGrp="1"/>
          </p:cNvSpPr>
          <p:nvPr/>
        </p:nvSpPr>
        <p:spPr>
          <a:xfrm xmlns:a="http://schemas.openxmlformats.org/drawingml/2006/main">
            <a:off x="8286750" y="3552825"/>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At or above threshold → consider discussing a test</a:t>
            </a:r>
          </a:p>
        </p:txBody>
      </p:sp>
      <p:sp>
        <p:nvSpPr>
          <p:cNvPr id="19" name="">
            <a:extLst xmlns:a="http://schemas.openxmlformats.org/drawingml/2006/main">
              <a:ext uri="{FF2B5EF4-FFF2-40B4-BE49-F238E27FC236}">
                <a16:creationId xmlns:a16="http://schemas.microsoft.com/office/drawing/2014/main" id="{77767206-F9CB-4A93-B9E0-3168D5F1B0C9}"/>
              </a:ext>
            </a:extLst>
          </p:cNvPr>
          <p:cNvSpPr>
            <a:spLocks xmlns:a="http://schemas.openxmlformats.org/drawingml/2006/main" noGrp="1"/>
          </p:cNvSpPr>
          <p:nvPr/>
        </p:nvSpPr>
        <p:spPr>
          <a:xfrm xmlns:a="http://schemas.openxmlformats.org/drawingml/2006/main">
            <a:off x="685800" y="4514850"/>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F3886E-5B7C-4B7F-98A4-6F1A15699D39}"/>
              </a:ext>
            </a:extLst>
          </p:cNvPr>
          <p:cNvSpPr>
            <a:spLocks xmlns:a="http://schemas.openxmlformats.org/drawingml/2006/main" noGrp="1"/>
          </p:cNvSpPr>
          <p:nvPr/>
        </p:nvSpPr>
        <p:spPr>
          <a:xfrm xmlns:a="http://schemas.openxmlformats.org/drawingml/2006/main">
            <a:off x="742950" y="4762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TARGET LABEL</a:t>
            </a:r>
          </a:p>
        </p:txBody>
      </p:sp>
      <p:sp>
        <p:nvSpPr>
          <p:cNvPr id="21" name="">
            <a:extLst xmlns:a="http://schemas.openxmlformats.org/drawingml/2006/main">
              <a:ext uri="{FF2B5EF4-FFF2-40B4-BE49-F238E27FC236}">
                <a16:creationId xmlns:a16="http://schemas.microsoft.com/office/drawing/2014/main" id="{5583CC24-CEF2-4EED-8A4D-B11FFCD553C5}"/>
              </a:ext>
            </a:extLst>
          </p:cNvPr>
          <p:cNvSpPr>
            <a:spLocks xmlns:a="http://schemas.openxmlformats.org/drawingml/2006/main" noGrp="1"/>
          </p:cNvSpPr>
          <p:nvPr/>
        </p:nvSpPr>
        <p:spPr>
          <a:xfrm xmlns:a="http://schemas.openxmlformats.org/drawingml/2006/main">
            <a:off x="742950" y="5133975"/>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3D7897"/>
                </a:solidFill>
                <a:latin typeface="Arial"/>
                <a:ea typeface="Arial"/>
                <a:cs typeface="Arial"/>
              </a:defRPr>
            </a:defPPr>
            <a:lvl1pPr algn="l">
              <a:defRPr sz="2400" b="1">
                <a:solidFill>
                  <a:srgbClr val="3D7897"/>
                </a:solidFill>
                <a:latin typeface="Arial"/>
                <a:ea typeface="Arial"/>
                <a:cs typeface="Arial"/>
              </a:defRPr>
            </a:lvl1pPr>
            <a:lvl2pPr algn="l">
              <a:defRPr sz="2400" b="1">
                <a:solidFill>
                  <a:srgbClr val="3D7897"/>
                </a:solidFill>
                <a:latin typeface="Arial"/>
                <a:ea typeface="Arial"/>
                <a:cs typeface="Arial"/>
              </a:defRPr>
            </a:lvl2pPr>
            <a:lvl3pPr algn="l">
              <a:defRPr sz="2400" b="1">
                <a:solidFill>
                  <a:srgbClr val="3D7897"/>
                </a:solidFill>
                <a:latin typeface="Arial"/>
                <a:ea typeface="Arial"/>
                <a:cs typeface="Arial"/>
              </a:defRPr>
            </a:lvl3pPr>
            <a:lvl4pPr algn="l">
              <a:defRPr sz="2400" b="1">
                <a:solidFill>
                  <a:srgbClr val="3D7897"/>
                </a:solidFill>
                <a:latin typeface="Arial"/>
                <a:ea typeface="Arial"/>
                <a:cs typeface="Arial"/>
              </a:defRPr>
            </a:lvl4pPr>
            <a:lvl5pPr algn="l">
              <a:defRPr sz="2400" b="1">
                <a:solidFill>
                  <a:srgbClr val="3D7897"/>
                </a:solidFill>
                <a:latin typeface="Arial"/>
                <a:ea typeface="Arial"/>
                <a:cs typeface="Arial"/>
              </a:defRPr>
            </a:lvl5pPr>
            <a:lvl6pPr algn="l">
              <a:defRPr sz="2400" b="1">
                <a:solidFill>
                  <a:srgbClr val="3D7897"/>
                </a:solidFill>
                <a:latin typeface="Arial"/>
                <a:ea typeface="Arial"/>
                <a:cs typeface="Arial"/>
              </a:defRPr>
            </a:lvl6pPr>
            <a:lvl7pPr algn="l">
              <a:defRPr sz="2400" b="1">
                <a:solidFill>
                  <a:srgbClr val="3D7897"/>
                </a:solidFill>
                <a:latin typeface="Arial"/>
                <a:ea typeface="Arial"/>
                <a:cs typeface="Arial"/>
              </a:defRPr>
            </a:lvl7pPr>
            <a:lvl8pPr algn="l">
              <a:defRPr sz="2400" b="1">
                <a:solidFill>
                  <a:srgbClr val="3D7897"/>
                </a:solidFill>
                <a:latin typeface="Arial"/>
                <a:ea typeface="Arial"/>
                <a:cs typeface="Arial"/>
              </a:defRPr>
            </a:lvl8pPr>
            <a:lvl9pPr algn="l">
              <a:defRPr sz="2400" b="1">
                <a:solidFill>
                  <a:srgbClr val="3D7897"/>
                </a:solidFill>
                <a:latin typeface="Arial"/>
                <a:ea typeface="Arial"/>
                <a:cs typeface="Arial"/>
              </a:defRPr>
            </a:lvl9pPr>
          </a:lstStyle>
          <a:p xmlns:a="http://schemas.openxmlformats.org/drawingml/2006/main">
            <a:pPr algn="l">
              <a:lnSpc>
                <a:spcPct val="102000"/>
              </a:lnSpc>
              <a:buNone/>
              <a:defRPr sz="2400" b="1">
                <a:solidFill>
                  <a:srgbClr val="3D7897"/>
                </a:solidFill>
                <a:latin typeface="Arial"/>
                <a:ea typeface="Arial"/>
                <a:cs typeface="Arial"/>
              </a:defRPr>
            </a:pPr>
            <a:r>
              <a:rPr sz="2400" b="1">
                <a:solidFill>
                  <a:srgbClr val="3D7897"/>
                </a:solidFill>
                <a:latin typeface="Arial"/>
                <a:ea typeface="Arial"/>
                <a:cs typeface="Arial"/>
              </a:rPr>
              <a:t>0</a:t>
            </a:r>
          </a:p>
        </p:txBody>
      </p:sp>
      <p:sp>
        <p:nvSpPr>
          <p:cNvPr id="22" name="">
            <a:extLst xmlns:a="http://schemas.openxmlformats.org/drawingml/2006/main">
              <a:ext uri="{FF2B5EF4-FFF2-40B4-BE49-F238E27FC236}">
                <a16:creationId xmlns:a16="http://schemas.microsoft.com/office/drawing/2014/main" id="{FD50C66F-BA68-4FA9-B6B0-46641EA1DE6C}"/>
              </a:ext>
            </a:extLst>
          </p:cNvPr>
          <p:cNvSpPr>
            <a:spLocks xmlns:a="http://schemas.openxmlformats.org/drawingml/2006/main" noGrp="1"/>
          </p:cNvSpPr>
          <p:nvPr/>
        </p:nvSpPr>
        <p:spPr>
          <a:xfrm xmlns:a="http://schemas.openxmlformats.org/drawingml/2006/main">
            <a:off x="1181100" y="51530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No reported diabetes</a:t>
            </a:r>
          </a:p>
        </p:txBody>
      </p:sp>
      <p:sp>
        <p:nvSpPr>
          <p:cNvPr id="23" name="">
            <a:extLst xmlns:a="http://schemas.openxmlformats.org/drawingml/2006/main">
              <a:ext uri="{FF2B5EF4-FFF2-40B4-BE49-F238E27FC236}">
                <a16:creationId xmlns:a16="http://schemas.microsoft.com/office/drawing/2014/main" id="{A12F95CC-0ABC-4C27-918A-27E47B2891CE}"/>
              </a:ext>
            </a:extLst>
          </p:cNvPr>
          <p:cNvSpPr>
            <a:spLocks xmlns:a="http://schemas.openxmlformats.org/drawingml/2006/main" noGrp="1"/>
          </p:cNvSpPr>
          <p:nvPr/>
        </p:nvSpPr>
        <p:spPr>
          <a:xfrm xmlns:a="http://schemas.openxmlformats.org/drawingml/2006/main">
            <a:off x="4686300" y="5133975"/>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E36D5F"/>
                </a:solidFill>
                <a:latin typeface="Arial"/>
                <a:ea typeface="Arial"/>
                <a:cs typeface="Arial"/>
              </a:defRPr>
            </a:defPPr>
            <a:lvl1pPr algn="l">
              <a:defRPr sz="2400" b="1">
                <a:solidFill>
                  <a:srgbClr val="E36D5F"/>
                </a:solidFill>
                <a:latin typeface="Arial"/>
                <a:ea typeface="Arial"/>
                <a:cs typeface="Arial"/>
              </a:defRPr>
            </a:lvl1pPr>
            <a:lvl2pPr algn="l">
              <a:defRPr sz="2400" b="1">
                <a:solidFill>
                  <a:srgbClr val="E36D5F"/>
                </a:solidFill>
                <a:latin typeface="Arial"/>
                <a:ea typeface="Arial"/>
                <a:cs typeface="Arial"/>
              </a:defRPr>
            </a:lvl2pPr>
            <a:lvl3pPr algn="l">
              <a:defRPr sz="2400" b="1">
                <a:solidFill>
                  <a:srgbClr val="E36D5F"/>
                </a:solidFill>
                <a:latin typeface="Arial"/>
                <a:ea typeface="Arial"/>
                <a:cs typeface="Arial"/>
              </a:defRPr>
            </a:lvl3pPr>
            <a:lvl4pPr algn="l">
              <a:defRPr sz="2400" b="1">
                <a:solidFill>
                  <a:srgbClr val="E36D5F"/>
                </a:solidFill>
                <a:latin typeface="Arial"/>
                <a:ea typeface="Arial"/>
                <a:cs typeface="Arial"/>
              </a:defRPr>
            </a:lvl4pPr>
            <a:lvl5pPr algn="l">
              <a:defRPr sz="2400" b="1">
                <a:solidFill>
                  <a:srgbClr val="E36D5F"/>
                </a:solidFill>
                <a:latin typeface="Arial"/>
                <a:ea typeface="Arial"/>
                <a:cs typeface="Arial"/>
              </a:defRPr>
            </a:lvl5pPr>
            <a:lvl6pPr algn="l">
              <a:defRPr sz="2400" b="1">
                <a:solidFill>
                  <a:srgbClr val="E36D5F"/>
                </a:solidFill>
                <a:latin typeface="Arial"/>
                <a:ea typeface="Arial"/>
                <a:cs typeface="Arial"/>
              </a:defRPr>
            </a:lvl6pPr>
            <a:lvl7pPr algn="l">
              <a:defRPr sz="2400" b="1">
                <a:solidFill>
                  <a:srgbClr val="E36D5F"/>
                </a:solidFill>
                <a:latin typeface="Arial"/>
                <a:ea typeface="Arial"/>
                <a:cs typeface="Arial"/>
              </a:defRPr>
            </a:lvl7pPr>
            <a:lvl8pPr algn="l">
              <a:defRPr sz="2400" b="1">
                <a:solidFill>
                  <a:srgbClr val="E36D5F"/>
                </a:solidFill>
                <a:latin typeface="Arial"/>
                <a:ea typeface="Arial"/>
                <a:cs typeface="Arial"/>
              </a:defRPr>
            </a:lvl8pPr>
            <a:lvl9pPr algn="l">
              <a:defRPr sz="2400" b="1">
                <a:solidFill>
                  <a:srgbClr val="E36D5F"/>
                </a:solidFill>
                <a:latin typeface="Arial"/>
                <a:ea typeface="Arial"/>
                <a:cs typeface="Arial"/>
              </a:defRPr>
            </a:lvl9pPr>
          </a:lstStyle>
          <a:p xmlns:a="http://schemas.openxmlformats.org/drawingml/2006/main">
            <a:pPr algn="l">
              <a:lnSpc>
                <a:spcPct val="102000"/>
              </a:lnSpc>
              <a:buNone/>
              <a:defRPr sz="2400" b="1">
                <a:solidFill>
                  <a:srgbClr val="E36D5F"/>
                </a:solidFill>
                <a:latin typeface="Arial"/>
                <a:ea typeface="Arial"/>
                <a:cs typeface="Arial"/>
              </a:defRPr>
            </a:pPr>
            <a:r>
              <a:rPr sz="2400" b="1">
                <a:solidFill>
                  <a:srgbClr val="E36D5F"/>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3E488BE6-9C05-44DC-9017-D5A322865C7B}"/>
              </a:ext>
            </a:extLst>
          </p:cNvPr>
          <p:cNvSpPr>
            <a:spLocks xmlns:a="http://schemas.openxmlformats.org/drawingml/2006/main" noGrp="1"/>
          </p:cNvSpPr>
          <p:nvPr/>
        </p:nvSpPr>
        <p:spPr>
          <a:xfrm xmlns:a="http://schemas.openxmlformats.org/drawingml/2006/main">
            <a:off x="5124450" y="51530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Reported diabetes diagnosis</a:t>
            </a:r>
          </a:p>
        </p:txBody>
      </p:sp>
      <p:sp>
        <p:nvSpPr>
          <p:cNvPr id="25" name="">
            <a:extLst xmlns:a="http://schemas.openxmlformats.org/drawingml/2006/main">
              <a:ext uri="{FF2B5EF4-FFF2-40B4-BE49-F238E27FC236}">
                <a16:creationId xmlns:a16="http://schemas.microsoft.com/office/drawing/2014/main" id="{0031509D-D5E1-4116-98C4-CB3FD16F4390}"/>
              </a:ext>
            </a:extLst>
          </p:cNvPr>
          <p:cNvSpPr>
            <a:spLocks xmlns:a="http://schemas.openxmlformats.org/drawingml/2006/main" noGrp="1"/>
          </p:cNvSpPr>
          <p:nvPr/>
        </p:nvSpPr>
        <p:spPr>
          <a:xfrm xmlns:a="http://schemas.openxmlformats.org/drawingml/2006/main">
            <a:off x="742950" y="5705475"/>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Prediabetes and diabetes only during pregnancy are grouped with class 0 in the binary target.</a:t>
            </a:r>
          </a:p>
        </p:txBody>
      </p:sp>
      <p:sp>
        <p:nvSpPr>
          <p:cNvPr id="26" name="">
            <a:extLst xmlns:a="http://schemas.openxmlformats.org/drawingml/2006/main">
              <a:ext uri="{FF2B5EF4-FFF2-40B4-BE49-F238E27FC236}">
                <a16:creationId xmlns:a16="http://schemas.microsoft.com/office/drawing/2014/main" id="{056BA3E5-9D03-434E-A2DA-BDE17804A9C0}"/>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README.md; notebooks/04_eda&amp;stats/01_initial_data_check.ipynb</a:t>
            </a:r>
          </a:p>
        </p:txBody>
      </p:sp>
      <p:sp>
        <p:nvSpPr>
          <p:cNvPr id="27" name="">
            <a:extLst xmlns:a="http://schemas.openxmlformats.org/drawingml/2006/main">
              <a:ext uri="{FF2B5EF4-FFF2-40B4-BE49-F238E27FC236}">
                <a16:creationId xmlns:a16="http://schemas.microsoft.com/office/drawing/2014/main" id="{808C2EB5-26BB-4CAF-9BF8-586AFCD40DA1}"/>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02 / 10</a:t>
            </a:r>
          </a:p>
        </p:txBody>
      </p:sp>
    </p:spTree>
    <p:extLst>
      <p:ext uri="{BB962C8B-B14F-4D97-AF65-F5344CB8AC3E}">
        <p14:creationId xmlns:p14="http://schemas.microsoft.com/office/powerpoint/2010/main" val="2455289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DBB85F5-46D8-4EFC-AE85-62EA9882D7B4}"/>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WHAT · THE DATA</a:t>
            </a:r>
          </a:p>
        </p:txBody>
      </p:sp>
      <p:sp>
        <p:nvSpPr>
          <p:cNvPr id="2" name="">
            <a:extLst xmlns:a="http://schemas.openxmlformats.org/drawingml/2006/main">
              <a:ext uri="{FF2B5EF4-FFF2-40B4-BE49-F238E27FC236}">
                <a16:creationId xmlns:a16="http://schemas.microsoft.com/office/drawing/2014/main" id="{43F5C3D8-F46C-4153-9DA6-98A142026A03}"/>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Three source files, three label views</a:t>
            </a:r>
          </a:p>
        </p:txBody>
      </p:sp>
      <p:sp>
        <p:nvSpPr>
          <p:cNvPr id="3" name="">
            <a:extLst xmlns:a="http://schemas.openxmlformats.org/drawingml/2006/main">
              <a:ext uri="{FF2B5EF4-FFF2-40B4-BE49-F238E27FC236}">
                <a16:creationId xmlns:a16="http://schemas.microsoft.com/office/drawing/2014/main" id="{409BBCE2-5D8F-4D60-B57C-5891102F960A}"/>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All three come from the BRFSS 2015 Diabetes Health Indicators dataset.</a:t>
            </a:r>
          </a:p>
        </p:txBody>
      </p:sp>
      <p:sp>
        <p:nvSpPr>
          <p:cNvPr id="4" name="">
            <a:extLst xmlns:a="http://schemas.openxmlformats.org/drawingml/2006/main">
              <a:ext uri="{FF2B5EF4-FFF2-40B4-BE49-F238E27FC236}">
                <a16:creationId xmlns:a16="http://schemas.microsoft.com/office/drawing/2014/main" id="{955D550A-9CD1-4672-BB48-AB435E7CA26C}"/>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322B8AB-353B-4997-8CEE-36B493BF3993}"/>
              </a:ext>
            </a:extLst>
          </p:cNvPr>
          <p:cNvSpPr>
            <a:spLocks xmlns:a="http://schemas.openxmlformats.org/drawingml/2006/main" noGrp="1"/>
          </p:cNvSpPr>
          <p:nvPr/>
        </p:nvSpPr>
        <p:spPr>
          <a:xfrm xmlns:a="http://schemas.openxmlformats.org/drawingml/2006/main">
            <a:off x="742950" y="1924050"/>
            <a:ext cx="57150" cy="3286125"/>
          </a:xfrm>
          <a:prstGeom xmlns:a="http://schemas.openxmlformats.org/drawingml/2006/main" prst="rect">
            <a:avLst/>
          </a:prstGeom>
          <a:solidFill xmlns:a="http://schemas.openxmlformats.org/drawingml/2006/main">
            <a:srgbClr val="3D789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5EF8EA6-BB36-48F1-8C43-D1A3FDC94AC6}"/>
              </a:ext>
            </a:extLst>
          </p:cNvPr>
          <p:cNvSpPr>
            <a:spLocks xmlns:a="http://schemas.openxmlformats.org/drawingml/2006/main" noGrp="1"/>
          </p:cNvSpPr>
          <p:nvPr/>
        </p:nvSpPr>
        <p:spPr>
          <a:xfrm xmlns:a="http://schemas.openxmlformats.org/drawingml/2006/main">
            <a:off x="962025" y="19240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3-category source</a:t>
            </a:r>
          </a:p>
        </p:txBody>
      </p:sp>
      <p:sp>
        <p:nvSpPr>
          <p:cNvPr id="7" name="">
            <a:extLst xmlns:a="http://schemas.openxmlformats.org/drawingml/2006/main">
              <a:ext uri="{FF2B5EF4-FFF2-40B4-BE49-F238E27FC236}">
                <a16:creationId xmlns:a16="http://schemas.microsoft.com/office/drawing/2014/main" id="{1B9746EC-3CD7-418C-A9D4-7208C3E7069A}"/>
              </a:ext>
            </a:extLst>
          </p:cNvPr>
          <p:cNvSpPr>
            <a:spLocks xmlns:a="http://schemas.openxmlformats.org/drawingml/2006/main" noGrp="1"/>
          </p:cNvSpPr>
          <p:nvPr/>
        </p:nvSpPr>
        <p:spPr>
          <a:xfrm xmlns:a="http://schemas.openxmlformats.org/drawingml/2006/main">
            <a:off x="962025" y="23336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C7077"/>
                </a:solidFill>
                <a:latin typeface="Arial"/>
                <a:ea typeface="Arial"/>
                <a:cs typeface="Arial"/>
              </a:defRPr>
            </a:defPPr>
            <a:lvl1pPr algn="l">
              <a:defRPr sz="1275" b="0">
                <a:solidFill>
                  <a:srgbClr val="5C7077"/>
                </a:solidFill>
                <a:latin typeface="Arial"/>
                <a:ea typeface="Arial"/>
                <a:cs typeface="Arial"/>
              </a:defRPr>
            </a:lvl1pPr>
            <a:lvl2pPr algn="l">
              <a:defRPr sz="1275" b="0">
                <a:solidFill>
                  <a:srgbClr val="5C7077"/>
                </a:solidFill>
                <a:latin typeface="Arial"/>
                <a:ea typeface="Arial"/>
                <a:cs typeface="Arial"/>
              </a:defRPr>
            </a:lvl2pPr>
            <a:lvl3pPr algn="l">
              <a:defRPr sz="1275" b="0">
                <a:solidFill>
                  <a:srgbClr val="5C7077"/>
                </a:solidFill>
                <a:latin typeface="Arial"/>
                <a:ea typeface="Arial"/>
                <a:cs typeface="Arial"/>
              </a:defRPr>
            </a:lvl3pPr>
            <a:lvl4pPr algn="l">
              <a:defRPr sz="1275" b="0">
                <a:solidFill>
                  <a:srgbClr val="5C7077"/>
                </a:solidFill>
                <a:latin typeface="Arial"/>
                <a:ea typeface="Arial"/>
                <a:cs typeface="Arial"/>
              </a:defRPr>
            </a:lvl4pPr>
            <a:lvl5pPr algn="l">
              <a:defRPr sz="1275" b="0">
                <a:solidFill>
                  <a:srgbClr val="5C7077"/>
                </a:solidFill>
                <a:latin typeface="Arial"/>
                <a:ea typeface="Arial"/>
                <a:cs typeface="Arial"/>
              </a:defRPr>
            </a:lvl5pPr>
            <a:lvl6pPr algn="l">
              <a:defRPr sz="1275" b="0">
                <a:solidFill>
                  <a:srgbClr val="5C7077"/>
                </a:solidFill>
                <a:latin typeface="Arial"/>
                <a:ea typeface="Arial"/>
                <a:cs typeface="Arial"/>
              </a:defRPr>
            </a:lvl6pPr>
            <a:lvl7pPr algn="l">
              <a:defRPr sz="1275" b="0">
                <a:solidFill>
                  <a:srgbClr val="5C7077"/>
                </a:solidFill>
                <a:latin typeface="Arial"/>
                <a:ea typeface="Arial"/>
                <a:cs typeface="Arial"/>
              </a:defRPr>
            </a:lvl7pPr>
            <a:lvl8pPr algn="l">
              <a:defRPr sz="1275" b="0">
                <a:solidFill>
                  <a:srgbClr val="5C7077"/>
                </a:solidFill>
                <a:latin typeface="Arial"/>
                <a:ea typeface="Arial"/>
                <a:cs typeface="Arial"/>
              </a:defRPr>
            </a:lvl8pPr>
            <a:lvl9pPr algn="l">
              <a:defRPr sz="1275" b="0">
                <a:solidFill>
                  <a:srgbClr val="5C7077"/>
                </a:solidFill>
                <a:latin typeface="Arial"/>
                <a:ea typeface="Arial"/>
                <a:cs typeface="Arial"/>
              </a:defRPr>
            </a:lvl9pPr>
          </a:lstStyle>
          <a:p xmlns:a="http://schemas.openxmlformats.org/drawingml/2006/main">
            <a:pPr algn="l">
              <a:lnSpc>
                <a:spcPct val="102000"/>
              </a:lnSpc>
              <a:buNone/>
              <a:defRPr sz="1275" b="0">
                <a:solidFill>
                  <a:srgbClr val="5C7077"/>
                </a:solidFill>
                <a:latin typeface="Arial"/>
                <a:ea typeface="Arial"/>
                <a:cs typeface="Arial"/>
              </a:defRPr>
            </a:pPr>
            <a:r>
              <a:rPr sz="1275" b="0">
                <a:solidFill>
                  <a:srgbClr val="5C7077"/>
                </a:solidFill>
                <a:latin typeface="Arial"/>
                <a:ea typeface="Arial"/>
                <a:cs typeface="Arial"/>
              </a:rPr>
              <a:t>Diabetes_012</a:t>
            </a:r>
          </a:p>
        </p:txBody>
      </p:sp>
      <p:sp>
        <p:nvSpPr>
          <p:cNvPr id="8" name="">
            <a:extLst xmlns:a="http://schemas.openxmlformats.org/drawingml/2006/main">
              <a:ext uri="{FF2B5EF4-FFF2-40B4-BE49-F238E27FC236}">
                <a16:creationId xmlns:a16="http://schemas.microsoft.com/office/drawing/2014/main" id="{60B00053-E7B4-4EA7-8ABD-7119A2814EA3}"/>
              </a:ext>
            </a:extLst>
          </p:cNvPr>
          <p:cNvSpPr>
            <a:spLocks xmlns:a="http://schemas.openxmlformats.org/drawingml/2006/main" noGrp="1"/>
          </p:cNvSpPr>
          <p:nvPr/>
        </p:nvSpPr>
        <p:spPr>
          <a:xfrm xmlns:a="http://schemas.openxmlformats.org/drawingml/2006/main">
            <a:off x="962025" y="27813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5313A"/>
                </a:solidFill>
                <a:latin typeface="Arial"/>
                <a:ea typeface="Arial"/>
                <a:cs typeface="Arial"/>
              </a:defRPr>
            </a:defPPr>
            <a:lvl1pPr algn="l">
              <a:defRPr sz="3375" b="1">
                <a:solidFill>
                  <a:srgbClr val="15313A"/>
                </a:solidFill>
                <a:latin typeface="Arial"/>
                <a:ea typeface="Arial"/>
                <a:cs typeface="Arial"/>
              </a:defRPr>
            </a:lvl1pPr>
            <a:lvl2pPr algn="l">
              <a:defRPr sz="3375" b="1">
                <a:solidFill>
                  <a:srgbClr val="15313A"/>
                </a:solidFill>
                <a:latin typeface="Arial"/>
                <a:ea typeface="Arial"/>
                <a:cs typeface="Arial"/>
              </a:defRPr>
            </a:lvl2pPr>
            <a:lvl3pPr algn="l">
              <a:defRPr sz="3375" b="1">
                <a:solidFill>
                  <a:srgbClr val="15313A"/>
                </a:solidFill>
                <a:latin typeface="Arial"/>
                <a:ea typeface="Arial"/>
                <a:cs typeface="Arial"/>
              </a:defRPr>
            </a:lvl3pPr>
            <a:lvl4pPr algn="l">
              <a:defRPr sz="3375" b="1">
                <a:solidFill>
                  <a:srgbClr val="15313A"/>
                </a:solidFill>
                <a:latin typeface="Arial"/>
                <a:ea typeface="Arial"/>
                <a:cs typeface="Arial"/>
              </a:defRPr>
            </a:lvl4pPr>
            <a:lvl5pPr algn="l">
              <a:defRPr sz="3375" b="1">
                <a:solidFill>
                  <a:srgbClr val="15313A"/>
                </a:solidFill>
                <a:latin typeface="Arial"/>
                <a:ea typeface="Arial"/>
                <a:cs typeface="Arial"/>
              </a:defRPr>
            </a:lvl5pPr>
            <a:lvl6pPr algn="l">
              <a:defRPr sz="3375" b="1">
                <a:solidFill>
                  <a:srgbClr val="15313A"/>
                </a:solidFill>
                <a:latin typeface="Arial"/>
                <a:ea typeface="Arial"/>
                <a:cs typeface="Arial"/>
              </a:defRPr>
            </a:lvl6pPr>
            <a:lvl7pPr algn="l">
              <a:defRPr sz="3375" b="1">
                <a:solidFill>
                  <a:srgbClr val="15313A"/>
                </a:solidFill>
                <a:latin typeface="Arial"/>
                <a:ea typeface="Arial"/>
                <a:cs typeface="Arial"/>
              </a:defRPr>
            </a:lvl7pPr>
            <a:lvl8pPr algn="l">
              <a:defRPr sz="3375" b="1">
                <a:solidFill>
                  <a:srgbClr val="15313A"/>
                </a:solidFill>
                <a:latin typeface="Arial"/>
                <a:ea typeface="Arial"/>
                <a:cs typeface="Arial"/>
              </a:defRPr>
            </a:lvl8pPr>
            <a:lvl9pPr algn="l">
              <a:defRPr sz="3375" b="1">
                <a:solidFill>
                  <a:srgbClr val="15313A"/>
                </a:solidFill>
                <a:latin typeface="Arial"/>
                <a:ea typeface="Arial"/>
                <a:cs typeface="Arial"/>
              </a:defRPr>
            </a:lvl9pPr>
          </a:lstStyle>
          <a:p xmlns:a="http://schemas.openxmlformats.org/drawingml/2006/main">
            <a:pPr algn="l">
              <a:lnSpc>
                <a:spcPct val="102000"/>
              </a:lnSpc>
              <a:buNone/>
              <a:defRPr sz="3375" b="1">
                <a:solidFill>
                  <a:srgbClr val="15313A"/>
                </a:solidFill>
                <a:latin typeface="Arial"/>
                <a:ea typeface="Arial"/>
                <a:cs typeface="Arial"/>
              </a:defRPr>
            </a:pPr>
            <a:r>
              <a:rPr sz="3375" b="1">
                <a:solidFill>
                  <a:srgbClr val="15313A"/>
                </a:solidFill>
                <a:latin typeface="Arial"/>
                <a:ea typeface="Arial"/>
                <a:cs typeface="Arial"/>
              </a:rPr>
              <a:t>253,680</a:t>
            </a:r>
          </a:p>
        </p:txBody>
      </p:sp>
      <p:sp>
        <p:nvSpPr>
          <p:cNvPr id="9" name="">
            <a:extLst xmlns:a="http://schemas.openxmlformats.org/drawingml/2006/main">
              <a:ext uri="{FF2B5EF4-FFF2-40B4-BE49-F238E27FC236}">
                <a16:creationId xmlns:a16="http://schemas.microsoft.com/office/drawing/2014/main" id="{CD83ACB8-8D14-49CA-A1D6-75A16C820843}"/>
              </a:ext>
            </a:extLst>
          </p:cNvPr>
          <p:cNvSpPr>
            <a:spLocks xmlns:a="http://schemas.openxmlformats.org/drawingml/2006/main" noGrp="1"/>
          </p:cNvSpPr>
          <p:nvPr/>
        </p:nvSpPr>
        <p:spPr>
          <a:xfrm xmlns:a="http://schemas.openxmlformats.org/drawingml/2006/main">
            <a:off x="981075" y="3409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C7077"/>
                </a:solidFill>
                <a:latin typeface="Arial"/>
                <a:ea typeface="Arial"/>
                <a:cs typeface="Arial"/>
              </a:defRPr>
            </a:defPPr>
            <a:lvl1pPr algn="l">
              <a:defRPr sz="1200" b="0">
                <a:solidFill>
                  <a:srgbClr val="5C7077"/>
                </a:solidFill>
                <a:latin typeface="Arial"/>
                <a:ea typeface="Arial"/>
                <a:cs typeface="Arial"/>
              </a:defRPr>
            </a:lvl1pPr>
            <a:lvl2pPr algn="l">
              <a:defRPr sz="1200" b="0">
                <a:solidFill>
                  <a:srgbClr val="5C7077"/>
                </a:solidFill>
                <a:latin typeface="Arial"/>
                <a:ea typeface="Arial"/>
                <a:cs typeface="Arial"/>
              </a:defRPr>
            </a:lvl2pPr>
            <a:lvl3pPr algn="l">
              <a:defRPr sz="1200" b="0">
                <a:solidFill>
                  <a:srgbClr val="5C7077"/>
                </a:solidFill>
                <a:latin typeface="Arial"/>
                <a:ea typeface="Arial"/>
                <a:cs typeface="Arial"/>
              </a:defRPr>
            </a:lvl3pPr>
            <a:lvl4pPr algn="l">
              <a:defRPr sz="1200" b="0">
                <a:solidFill>
                  <a:srgbClr val="5C7077"/>
                </a:solidFill>
                <a:latin typeface="Arial"/>
                <a:ea typeface="Arial"/>
                <a:cs typeface="Arial"/>
              </a:defRPr>
            </a:lvl4pPr>
            <a:lvl5pPr algn="l">
              <a:defRPr sz="1200" b="0">
                <a:solidFill>
                  <a:srgbClr val="5C7077"/>
                </a:solidFill>
                <a:latin typeface="Arial"/>
                <a:ea typeface="Arial"/>
                <a:cs typeface="Arial"/>
              </a:defRPr>
            </a:lvl5pPr>
            <a:lvl6pPr algn="l">
              <a:defRPr sz="1200" b="0">
                <a:solidFill>
                  <a:srgbClr val="5C7077"/>
                </a:solidFill>
                <a:latin typeface="Arial"/>
                <a:ea typeface="Arial"/>
                <a:cs typeface="Arial"/>
              </a:defRPr>
            </a:lvl6pPr>
            <a:lvl7pPr algn="l">
              <a:defRPr sz="1200" b="0">
                <a:solidFill>
                  <a:srgbClr val="5C7077"/>
                </a:solidFill>
                <a:latin typeface="Arial"/>
                <a:ea typeface="Arial"/>
                <a:cs typeface="Arial"/>
              </a:defRPr>
            </a:lvl7pPr>
            <a:lvl8pPr algn="l">
              <a:defRPr sz="1200" b="0">
                <a:solidFill>
                  <a:srgbClr val="5C7077"/>
                </a:solidFill>
                <a:latin typeface="Arial"/>
                <a:ea typeface="Arial"/>
                <a:cs typeface="Arial"/>
              </a:defRPr>
            </a:lvl8pPr>
            <a:lvl9pPr algn="l">
              <a:defRPr sz="1200" b="0">
                <a:solidFill>
                  <a:srgbClr val="5C7077"/>
                </a:solidFill>
                <a:latin typeface="Arial"/>
                <a:ea typeface="Arial"/>
                <a:cs typeface="Arial"/>
              </a:defRPr>
            </a:lvl9pPr>
          </a:lstStyle>
          <a:p xmlns:a="http://schemas.openxmlformats.org/drawingml/2006/main">
            <a:pPr algn="l">
              <a:lnSpc>
                <a:spcPct val="102000"/>
              </a:lnSpc>
              <a:buNone/>
              <a:defRPr sz="1200" b="0">
                <a:solidFill>
                  <a:srgbClr val="5C7077"/>
                </a:solidFill>
                <a:latin typeface="Arial"/>
                <a:ea typeface="Arial"/>
                <a:cs typeface="Arial"/>
              </a:defRPr>
            </a:pPr>
            <a:r>
              <a:rPr sz="1200" b="0">
                <a:solidFill>
                  <a:srgbClr val="5C7077"/>
                </a:solidFill>
                <a:latin typeface="Arial"/>
                <a:ea typeface="Arial"/>
                <a:cs typeface="Arial"/>
              </a:rPr>
              <a:t>rows</a:t>
            </a:r>
          </a:p>
        </p:txBody>
      </p:sp>
      <p:sp>
        <p:nvSpPr>
          <p:cNvPr id="10" name="">
            <a:extLst xmlns:a="http://schemas.openxmlformats.org/drawingml/2006/main">
              <a:ext uri="{FF2B5EF4-FFF2-40B4-BE49-F238E27FC236}">
                <a16:creationId xmlns:a16="http://schemas.microsoft.com/office/drawing/2014/main" id="{7D6C4C0C-6FD1-4969-AB69-73B9E413381B}"/>
              </a:ext>
            </a:extLst>
          </p:cNvPr>
          <p:cNvSpPr>
            <a:spLocks xmlns:a="http://schemas.openxmlformats.org/drawingml/2006/main" noGrp="1"/>
          </p:cNvSpPr>
          <p:nvPr/>
        </p:nvSpPr>
        <p:spPr>
          <a:xfrm xmlns:a="http://schemas.openxmlformats.org/drawingml/2006/main">
            <a:off x="962025" y="3790950"/>
            <a:ext cx="28575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094B89-B6B9-4B67-ADFF-F9103789B07D}"/>
              </a:ext>
            </a:extLst>
          </p:cNvPr>
          <p:cNvSpPr>
            <a:spLocks xmlns:a="http://schemas.openxmlformats.org/drawingml/2006/main" noGrp="1"/>
          </p:cNvSpPr>
          <p:nvPr/>
        </p:nvSpPr>
        <p:spPr>
          <a:xfrm xmlns:a="http://schemas.openxmlformats.org/drawingml/2006/main">
            <a:off x="962025" y="40100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13A"/>
                </a:solidFill>
                <a:latin typeface="Arial"/>
                <a:ea typeface="Arial"/>
                <a:cs typeface="Arial"/>
              </a:defRPr>
            </a:defPPr>
            <a:lvl1pPr algn="l">
              <a:defRPr sz="1350" b="1">
                <a:solidFill>
                  <a:srgbClr val="15313A"/>
                </a:solidFill>
                <a:latin typeface="Arial"/>
                <a:ea typeface="Arial"/>
                <a:cs typeface="Arial"/>
              </a:defRPr>
            </a:lvl1pPr>
            <a:lvl2pPr algn="l">
              <a:defRPr sz="1350" b="1">
                <a:solidFill>
                  <a:srgbClr val="15313A"/>
                </a:solidFill>
                <a:latin typeface="Arial"/>
                <a:ea typeface="Arial"/>
                <a:cs typeface="Arial"/>
              </a:defRPr>
            </a:lvl2pPr>
            <a:lvl3pPr algn="l">
              <a:defRPr sz="1350" b="1">
                <a:solidFill>
                  <a:srgbClr val="15313A"/>
                </a:solidFill>
                <a:latin typeface="Arial"/>
                <a:ea typeface="Arial"/>
                <a:cs typeface="Arial"/>
              </a:defRPr>
            </a:lvl3pPr>
            <a:lvl4pPr algn="l">
              <a:defRPr sz="1350" b="1">
                <a:solidFill>
                  <a:srgbClr val="15313A"/>
                </a:solidFill>
                <a:latin typeface="Arial"/>
                <a:ea typeface="Arial"/>
                <a:cs typeface="Arial"/>
              </a:defRPr>
            </a:lvl4pPr>
            <a:lvl5pPr algn="l">
              <a:defRPr sz="1350" b="1">
                <a:solidFill>
                  <a:srgbClr val="15313A"/>
                </a:solidFill>
                <a:latin typeface="Arial"/>
                <a:ea typeface="Arial"/>
                <a:cs typeface="Arial"/>
              </a:defRPr>
            </a:lvl5pPr>
            <a:lvl6pPr algn="l">
              <a:defRPr sz="1350" b="1">
                <a:solidFill>
                  <a:srgbClr val="15313A"/>
                </a:solidFill>
                <a:latin typeface="Arial"/>
                <a:ea typeface="Arial"/>
                <a:cs typeface="Arial"/>
              </a:defRPr>
            </a:lvl6pPr>
            <a:lvl7pPr algn="l">
              <a:defRPr sz="1350" b="1">
                <a:solidFill>
                  <a:srgbClr val="15313A"/>
                </a:solidFill>
                <a:latin typeface="Arial"/>
                <a:ea typeface="Arial"/>
                <a:cs typeface="Arial"/>
              </a:defRPr>
            </a:lvl7pPr>
            <a:lvl8pPr algn="l">
              <a:defRPr sz="1350" b="1">
                <a:solidFill>
                  <a:srgbClr val="15313A"/>
                </a:solidFill>
                <a:latin typeface="Arial"/>
                <a:ea typeface="Arial"/>
                <a:cs typeface="Arial"/>
              </a:defRPr>
            </a:lvl8pPr>
            <a:lvl9pPr algn="l">
              <a:defRPr sz="1350" b="1">
                <a:solidFill>
                  <a:srgbClr val="15313A"/>
                </a:solidFill>
                <a:latin typeface="Arial"/>
                <a:ea typeface="Arial"/>
                <a:cs typeface="Arial"/>
              </a:defRPr>
            </a:lvl9pPr>
          </a:lstStyle>
          <a:p xmlns:a="http://schemas.openxmlformats.org/drawingml/2006/main">
            <a:pPr algn="l">
              <a:lnSpc>
                <a:spcPct val="102000"/>
              </a:lnSpc>
              <a:buNone/>
              <a:defRPr sz="1350" b="1">
                <a:solidFill>
                  <a:srgbClr val="15313A"/>
                </a:solidFill>
                <a:latin typeface="Arial"/>
                <a:ea typeface="Arial"/>
                <a:cs typeface="Arial"/>
              </a:defRPr>
            </a:pPr>
            <a:r>
              <a:rPr sz="1350" b="1">
                <a:solidFill>
                  <a:srgbClr val="15313A"/>
                </a:solidFill>
                <a:latin typeface="Arial"/>
                <a:ea typeface="Arial"/>
                <a:cs typeface="Arial"/>
              </a:rPr>
              <a:t>0 · No diabetes     213,703</a:t>
            </a:r>
          </a:p>
        </p:txBody>
      </p:sp>
      <p:sp>
        <p:nvSpPr>
          <p:cNvPr id="12" name="">
            <a:extLst xmlns:a="http://schemas.openxmlformats.org/drawingml/2006/main">
              <a:ext uri="{FF2B5EF4-FFF2-40B4-BE49-F238E27FC236}">
                <a16:creationId xmlns:a16="http://schemas.microsoft.com/office/drawing/2014/main" id="{DBB4AB3D-4656-44E9-BA57-D32505760102}"/>
              </a:ext>
            </a:extLst>
          </p:cNvPr>
          <p:cNvSpPr>
            <a:spLocks xmlns:a="http://schemas.openxmlformats.org/drawingml/2006/main" noGrp="1"/>
          </p:cNvSpPr>
          <p:nvPr/>
        </p:nvSpPr>
        <p:spPr>
          <a:xfrm xmlns:a="http://schemas.openxmlformats.org/drawingml/2006/main">
            <a:off x="962025" y="433387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1 · Prediabetes          4,631</a:t>
            </a:r>
          </a:p>
        </p:txBody>
      </p:sp>
      <p:sp>
        <p:nvSpPr>
          <p:cNvPr id="13" name="">
            <a:extLst xmlns:a="http://schemas.openxmlformats.org/drawingml/2006/main">
              <a:ext uri="{FF2B5EF4-FFF2-40B4-BE49-F238E27FC236}">
                <a16:creationId xmlns:a16="http://schemas.microsoft.com/office/drawing/2014/main" id="{2239A439-434D-4870-B9E6-C5338F4BBBF5}"/>
              </a:ext>
            </a:extLst>
          </p:cNvPr>
          <p:cNvSpPr>
            <a:spLocks xmlns:a="http://schemas.openxmlformats.org/drawingml/2006/main" noGrp="1"/>
          </p:cNvSpPr>
          <p:nvPr/>
        </p:nvSpPr>
        <p:spPr>
          <a:xfrm xmlns:a="http://schemas.openxmlformats.org/drawingml/2006/main">
            <a:off x="962025" y="46577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2 · Diabetes             35,346</a:t>
            </a:r>
          </a:p>
        </p:txBody>
      </p:sp>
      <p:sp>
        <p:nvSpPr>
          <p:cNvPr id="14" name="">
            <a:extLst xmlns:a="http://schemas.openxmlformats.org/drawingml/2006/main">
              <a:ext uri="{FF2B5EF4-FFF2-40B4-BE49-F238E27FC236}">
                <a16:creationId xmlns:a16="http://schemas.microsoft.com/office/drawing/2014/main" id="{E0EB4616-8EB1-4D78-B8E5-7BFBC03F789D}"/>
              </a:ext>
            </a:extLst>
          </p:cNvPr>
          <p:cNvSpPr>
            <a:spLocks xmlns:a="http://schemas.openxmlformats.org/drawingml/2006/main" noGrp="1"/>
          </p:cNvSpPr>
          <p:nvPr/>
        </p:nvSpPr>
        <p:spPr>
          <a:xfrm xmlns:a="http://schemas.openxmlformats.org/drawingml/2006/main">
            <a:off x="4495800" y="1924050"/>
            <a:ext cx="57150" cy="3286125"/>
          </a:xfrm>
          <a:prstGeom xmlns:a="http://schemas.openxmlformats.org/drawingml/2006/main" prst="rect">
            <a:avLst/>
          </a:prstGeom>
          <a:solidFill xmlns:a="http://schemas.openxmlformats.org/drawingml/2006/main">
            <a:srgbClr val="009F9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878659-2027-4A95-A201-A706614077CA}"/>
              </a:ext>
            </a:extLst>
          </p:cNvPr>
          <p:cNvSpPr>
            <a:spLocks xmlns:a="http://schemas.openxmlformats.org/drawingml/2006/main" noGrp="1"/>
          </p:cNvSpPr>
          <p:nvPr/>
        </p:nvSpPr>
        <p:spPr>
          <a:xfrm xmlns:a="http://schemas.openxmlformats.org/drawingml/2006/main">
            <a:off x="4714875" y="19240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Binary · unbalanced</a:t>
            </a:r>
          </a:p>
        </p:txBody>
      </p:sp>
      <p:sp>
        <p:nvSpPr>
          <p:cNvPr id="16" name="">
            <a:extLst xmlns:a="http://schemas.openxmlformats.org/drawingml/2006/main">
              <a:ext uri="{FF2B5EF4-FFF2-40B4-BE49-F238E27FC236}">
                <a16:creationId xmlns:a16="http://schemas.microsoft.com/office/drawing/2014/main" id="{33741ED8-B56C-43B0-819D-2FEE6F260FBB}"/>
              </a:ext>
            </a:extLst>
          </p:cNvPr>
          <p:cNvSpPr>
            <a:spLocks xmlns:a="http://schemas.openxmlformats.org/drawingml/2006/main" noGrp="1"/>
          </p:cNvSpPr>
          <p:nvPr/>
        </p:nvSpPr>
        <p:spPr>
          <a:xfrm xmlns:a="http://schemas.openxmlformats.org/drawingml/2006/main">
            <a:off x="4714875" y="23336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C7077"/>
                </a:solidFill>
                <a:latin typeface="Arial"/>
                <a:ea typeface="Arial"/>
                <a:cs typeface="Arial"/>
              </a:defRPr>
            </a:defPPr>
            <a:lvl1pPr algn="l">
              <a:defRPr sz="1275" b="0">
                <a:solidFill>
                  <a:srgbClr val="5C7077"/>
                </a:solidFill>
                <a:latin typeface="Arial"/>
                <a:ea typeface="Arial"/>
                <a:cs typeface="Arial"/>
              </a:defRPr>
            </a:lvl1pPr>
            <a:lvl2pPr algn="l">
              <a:defRPr sz="1275" b="0">
                <a:solidFill>
                  <a:srgbClr val="5C7077"/>
                </a:solidFill>
                <a:latin typeface="Arial"/>
                <a:ea typeface="Arial"/>
                <a:cs typeface="Arial"/>
              </a:defRPr>
            </a:lvl2pPr>
            <a:lvl3pPr algn="l">
              <a:defRPr sz="1275" b="0">
                <a:solidFill>
                  <a:srgbClr val="5C7077"/>
                </a:solidFill>
                <a:latin typeface="Arial"/>
                <a:ea typeface="Arial"/>
                <a:cs typeface="Arial"/>
              </a:defRPr>
            </a:lvl3pPr>
            <a:lvl4pPr algn="l">
              <a:defRPr sz="1275" b="0">
                <a:solidFill>
                  <a:srgbClr val="5C7077"/>
                </a:solidFill>
                <a:latin typeface="Arial"/>
                <a:ea typeface="Arial"/>
                <a:cs typeface="Arial"/>
              </a:defRPr>
            </a:lvl4pPr>
            <a:lvl5pPr algn="l">
              <a:defRPr sz="1275" b="0">
                <a:solidFill>
                  <a:srgbClr val="5C7077"/>
                </a:solidFill>
                <a:latin typeface="Arial"/>
                <a:ea typeface="Arial"/>
                <a:cs typeface="Arial"/>
              </a:defRPr>
            </a:lvl5pPr>
            <a:lvl6pPr algn="l">
              <a:defRPr sz="1275" b="0">
                <a:solidFill>
                  <a:srgbClr val="5C7077"/>
                </a:solidFill>
                <a:latin typeface="Arial"/>
                <a:ea typeface="Arial"/>
                <a:cs typeface="Arial"/>
              </a:defRPr>
            </a:lvl6pPr>
            <a:lvl7pPr algn="l">
              <a:defRPr sz="1275" b="0">
                <a:solidFill>
                  <a:srgbClr val="5C7077"/>
                </a:solidFill>
                <a:latin typeface="Arial"/>
                <a:ea typeface="Arial"/>
                <a:cs typeface="Arial"/>
              </a:defRPr>
            </a:lvl7pPr>
            <a:lvl8pPr algn="l">
              <a:defRPr sz="1275" b="0">
                <a:solidFill>
                  <a:srgbClr val="5C7077"/>
                </a:solidFill>
                <a:latin typeface="Arial"/>
                <a:ea typeface="Arial"/>
                <a:cs typeface="Arial"/>
              </a:defRPr>
            </a:lvl8pPr>
            <a:lvl9pPr algn="l">
              <a:defRPr sz="1275" b="0">
                <a:solidFill>
                  <a:srgbClr val="5C7077"/>
                </a:solidFill>
                <a:latin typeface="Arial"/>
                <a:ea typeface="Arial"/>
                <a:cs typeface="Arial"/>
              </a:defRPr>
            </a:lvl9pPr>
          </a:lstStyle>
          <a:p xmlns:a="http://schemas.openxmlformats.org/drawingml/2006/main">
            <a:pPr algn="l">
              <a:lnSpc>
                <a:spcPct val="102000"/>
              </a:lnSpc>
              <a:buNone/>
              <a:defRPr sz="1275" b="0">
                <a:solidFill>
                  <a:srgbClr val="5C7077"/>
                </a:solidFill>
                <a:latin typeface="Arial"/>
                <a:ea typeface="Arial"/>
                <a:cs typeface="Arial"/>
              </a:defRPr>
            </a:pPr>
            <a:r>
              <a:rPr sz="1275" b="0">
                <a:solidFill>
                  <a:srgbClr val="5C7077"/>
                </a:solidFill>
                <a:latin typeface="Arial"/>
                <a:ea typeface="Arial"/>
                <a:cs typeface="Arial"/>
              </a:rPr>
              <a:t>Diabetes_binary</a:t>
            </a:r>
          </a:p>
        </p:txBody>
      </p:sp>
      <p:sp>
        <p:nvSpPr>
          <p:cNvPr id="17" name="">
            <a:extLst xmlns:a="http://schemas.openxmlformats.org/drawingml/2006/main">
              <a:ext uri="{FF2B5EF4-FFF2-40B4-BE49-F238E27FC236}">
                <a16:creationId xmlns:a16="http://schemas.microsoft.com/office/drawing/2014/main" id="{B3A08D1C-580A-4F06-A12D-AFF6CF739C44}"/>
              </a:ext>
            </a:extLst>
          </p:cNvPr>
          <p:cNvSpPr>
            <a:spLocks xmlns:a="http://schemas.openxmlformats.org/drawingml/2006/main" noGrp="1"/>
          </p:cNvSpPr>
          <p:nvPr/>
        </p:nvSpPr>
        <p:spPr>
          <a:xfrm xmlns:a="http://schemas.openxmlformats.org/drawingml/2006/main">
            <a:off x="4714875" y="27813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5313A"/>
                </a:solidFill>
                <a:latin typeface="Arial"/>
                <a:ea typeface="Arial"/>
                <a:cs typeface="Arial"/>
              </a:defRPr>
            </a:defPPr>
            <a:lvl1pPr algn="l">
              <a:defRPr sz="3375" b="1">
                <a:solidFill>
                  <a:srgbClr val="15313A"/>
                </a:solidFill>
                <a:latin typeface="Arial"/>
                <a:ea typeface="Arial"/>
                <a:cs typeface="Arial"/>
              </a:defRPr>
            </a:lvl1pPr>
            <a:lvl2pPr algn="l">
              <a:defRPr sz="3375" b="1">
                <a:solidFill>
                  <a:srgbClr val="15313A"/>
                </a:solidFill>
                <a:latin typeface="Arial"/>
                <a:ea typeface="Arial"/>
                <a:cs typeface="Arial"/>
              </a:defRPr>
            </a:lvl2pPr>
            <a:lvl3pPr algn="l">
              <a:defRPr sz="3375" b="1">
                <a:solidFill>
                  <a:srgbClr val="15313A"/>
                </a:solidFill>
                <a:latin typeface="Arial"/>
                <a:ea typeface="Arial"/>
                <a:cs typeface="Arial"/>
              </a:defRPr>
            </a:lvl3pPr>
            <a:lvl4pPr algn="l">
              <a:defRPr sz="3375" b="1">
                <a:solidFill>
                  <a:srgbClr val="15313A"/>
                </a:solidFill>
                <a:latin typeface="Arial"/>
                <a:ea typeface="Arial"/>
                <a:cs typeface="Arial"/>
              </a:defRPr>
            </a:lvl4pPr>
            <a:lvl5pPr algn="l">
              <a:defRPr sz="3375" b="1">
                <a:solidFill>
                  <a:srgbClr val="15313A"/>
                </a:solidFill>
                <a:latin typeface="Arial"/>
                <a:ea typeface="Arial"/>
                <a:cs typeface="Arial"/>
              </a:defRPr>
            </a:lvl5pPr>
            <a:lvl6pPr algn="l">
              <a:defRPr sz="3375" b="1">
                <a:solidFill>
                  <a:srgbClr val="15313A"/>
                </a:solidFill>
                <a:latin typeface="Arial"/>
                <a:ea typeface="Arial"/>
                <a:cs typeface="Arial"/>
              </a:defRPr>
            </a:lvl6pPr>
            <a:lvl7pPr algn="l">
              <a:defRPr sz="3375" b="1">
                <a:solidFill>
                  <a:srgbClr val="15313A"/>
                </a:solidFill>
                <a:latin typeface="Arial"/>
                <a:ea typeface="Arial"/>
                <a:cs typeface="Arial"/>
              </a:defRPr>
            </a:lvl7pPr>
            <a:lvl8pPr algn="l">
              <a:defRPr sz="3375" b="1">
                <a:solidFill>
                  <a:srgbClr val="15313A"/>
                </a:solidFill>
                <a:latin typeface="Arial"/>
                <a:ea typeface="Arial"/>
                <a:cs typeface="Arial"/>
              </a:defRPr>
            </a:lvl8pPr>
            <a:lvl9pPr algn="l">
              <a:defRPr sz="3375" b="1">
                <a:solidFill>
                  <a:srgbClr val="15313A"/>
                </a:solidFill>
                <a:latin typeface="Arial"/>
                <a:ea typeface="Arial"/>
                <a:cs typeface="Arial"/>
              </a:defRPr>
            </a:lvl9pPr>
          </a:lstStyle>
          <a:p xmlns:a="http://schemas.openxmlformats.org/drawingml/2006/main">
            <a:pPr algn="l">
              <a:lnSpc>
                <a:spcPct val="102000"/>
              </a:lnSpc>
              <a:buNone/>
              <a:defRPr sz="3375" b="1">
                <a:solidFill>
                  <a:srgbClr val="15313A"/>
                </a:solidFill>
                <a:latin typeface="Arial"/>
                <a:ea typeface="Arial"/>
                <a:cs typeface="Arial"/>
              </a:defRPr>
            </a:pPr>
            <a:r>
              <a:rPr sz="3375" b="1">
                <a:solidFill>
                  <a:srgbClr val="15313A"/>
                </a:solidFill>
                <a:latin typeface="Arial"/>
                <a:ea typeface="Arial"/>
                <a:cs typeface="Arial"/>
              </a:rPr>
              <a:t>253,680</a:t>
            </a:r>
          </a:p>
        </p:txBody>
      </p:sp>
      <p:sp>
        <p:nvSpPr>
          <p:cNvPr id="18" name="">
            <a:extLst xmlns:a="http://schemas.openxmlformats.org/drawingml/2006/main">
              <a:ext uri="{FF2B5EF4-FFF2-40B4-BE49-F238E27FC236}">
                <a16:creationId xmlns:a16="http://schemas.microsoft.com/office/drawing/2014/main" id="{35FD7D80-C567-41D7-9CB7-0C602F4703EF}"/>
              </a:ext>
            </a:extLst>
          </p:cNvPr>
          <p:cNvSpPr>
            <a:spLocks xmlns:a="http://schemas.openxmlformats.org/drawingml/2006/main" noGrp="1"/>
          </p:cNvSpPr>
          <p:nvPr/>
        </p:nvSpPr>
        <p:spPr>
          <a:xfrm xmlns:a="http://schemas.openxmlformats.org/drawingml/2006/main">
            <a:off x="4733925" y="3409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C7077"/>
                </a:solidFill>
                <a:latin typeface="Arial"/>
                <a:ea typeface="Arial"/>
                <a:cs typeface="Arial"/>
              </a:defRPr>
            </a:defPPr>
            <a:lvl1pPr algn="l">
              <a:defRPr sz="1200" b="0">
                <a:solidFill>
                  <a:srgbClr val="5C7077"/>
                </a:solidFill>
                <a:latin typeface="Arial"/>
                <a:ea typeface="Arial"/>
                <a:cs typeface="Arial"/>
              </a:defRPr>
            </a:lvl1pPr>
            <a:lvl2pPr algn="l">
              <a:defRPr sz="1200" b="0">
                <a:solidFill>
                  <a:srgbClr val="5C7077"/>
                </a:solidFill>
                <a:latin typeface="Arial"/>
                <a:ea typeface="Arial"/>
                <a:cs typeface="Arial"/>
              </a:defRPr>
            </a:lvl2pPr>
            <a:lvl3pPr algn="l">
              <a:defRPr sz="1200" b="0">
                <a:solidFill>
                  <a:srgbClr val="5C7077"/>
                </a:solidFill>
                <a:latin typeface="Arial"/>
                <a:ea typeface="Arial"/>
                <a:cs typeface="Arial"/>
              </a:defRPr>
            </a:lvl3pPr>
            <a:lvl4pPr algn="l">
              <a:defRPr sz="1200" b="0">
                <a:solidFill>
                  <a:srgbClr val="5C7077"/>
                </a:solidFill>
                <a:latin typeface="Arial"/>
                <a:ea typeface="Arial"/>
                <a:cs typeface="Arial"/>
              </a:defRPr>
            </a:lvl4pPr>
            <a:lvl5pPr algn="l">
              <a:defRPr sz="1200" b="0">
                <a:solidFill>
                  <a:srgbClr val="5C7077"/>
                </a:solidFill>
                <a:latin typeface="Arial"/>
                <a:ea typeface="Arial"/>
                <a:cs typeface="Arial"/>
              </a:defRPr>
            </a:lvl5pPr>
            <a:lvl6pPr algn="l">
              <a:defRPr sz="1200" b="0">
                <a:solidFill>
                  <a:srgbClr val="5C7077"/>
                </a:solidFill>
                <a:latin typeface="Arial"/>
                <a:ea typeface="Arial"/>
                <a:cs typeface="Arial"/>
              </a:defRPr>
            </a:lvl6pPr>
            <a:lvl7pPr algn="l">
              <a:defRPr sz="1200" b="0">
                <a:solidFill>
                  <a:srgbClr val="5C7077"/>
                </a:solidFill>
                <a:latin typeface="Arial"/>
                <a:ea typeface="Arial"/>
                <a:cs typeface="Arial"/>
              </a:defRPr>
            </a:lvl7pPr>
            <a:lvl8pPr algn="l">
              <a:defRPr sz="1200" b="0">
                <a:solidFill>
                  <a:srgbClr val="5C7077"/>
                </a:solidFill>
                <a:latin typeface="Arial"/>
                <a:ea typeface="Arial"/>
                <a:cs typeface="Arial"/>
              </a:defRPr>
            </a:lvl8pPr>
            <a:lvl9pPr algn="l">
              <a:defRPr sz="1200" b="0">
                <a:solidFill>
                  <a:srgbClr val="5C7077"/>
                </a:solidFill>
                <a:latin typeface="Arial"/>
                <a:ea typeface="Arial"/>
                <a:cs typeface="Arial"/>
              </a:defRPr>
            </a:lvl9pPr>
          </a:lstStyle>
          <a:p xmlns:a="http://schemas.openxmlformats.org/drawingml/2006/main">
            <a:pPr algn="l">
              <a:lnSpc>
                <a:spcPct val="102000"/>
              </a:lnSpc>
              <a:buNone/>
              <a:defRPr sz="1200" b="0">
                <a:solidFill>
                  <a:srgbClr val="5C7077"/>
                </a:solidFill>
                <a:latin typeface="Arial"/>
                <a:ea typeface="Arial"/>
                <a:cs typeface="Arial"/>
              </a:defRPr>
            </a:pPr>
            <a:r>
              <a:rPr sz="1200" b="0">
                <a:solidFill>
                  <a:srgbClr val="5C7077"/>
                </a:solidFill>
                <a:latin typeface="Arial"/>
                <a:ea typeface="Arial"/>
                <a:cs typeface="Arial"/>
              </a:rPr>
              <a:t>rows</a:t>
            </a:r>
          </a:p>
        </p:txBody>
      </p:sp>
      <p:sp>
        <p:nvSpPr>
          <p:cNvPr id="19" name="">
            <a:extLst xmlns:a="http://schemas.openxmlformats.org/drawingml/2006/main">
              <a:ext uri="{FF2B5EF4-FFF2-40B4-BE49-F238E27FC236}">
                <a16:creationId xmlns:a16="http://schemas.microsoft.com/office/drawing/2014/main" id="{6B625928-4F19-40FD-8231-FFF1B54D258B}"/>
              </a:ext>
            </a:extLst>
          </p:cNvPr>
          <p:cNvSpPr>
            <a:spLocks xmlns:a="http://schemas.openxmlformats.org/drawingml/2006/main" noGrp="1"/>
          </p:cNvSpPr>
          <p:nvPr/>
        </p:nvSpPr>
        <p:spPr>
          <a:xfrm xmlns:a="http://schemas.openxmlformats.org/drawingml/2006/main">
            <a:off x="4714875" y="3790950"/>
            <a:ext cx="28575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5B7EE15-B653-4312-81A8-00427CFA7146}"/>
              </a:ext>
            </a:extLst>
          </p:cNvPr>
          <p:cNvSpPr>
            <a:spLocks xmlns:a="http://schemas.openxmlformats.org/drawingml/2006/main" noGrp="1"/>
          </p:cNvSpPr>
          <p:nvPr/>
        </p:nvSpPr>
        <p:spPr>
          <a:xfrm xmlns:a="http://schemas.openxmlformats.org/drawingml/2006/main">
            <a:off x="4714875" y="40100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13A"/>
                </a:solidFill>
                <a:latin typeface="Arial"/>
                <a:ea typeface="Arial"/>
                <a:cs typeface="Arial"/>
              </a:defRPr>
            </a:defPPr>
            <a:lvl1pPr algn="l">
              <a:defRPr sz="1350" b="1">
                <a:solidFill>
                  <a:srgbClr val="15313A"/>
                </a:solidFill>
                <a:latin typeface="Arial"/>
                <a:ea typeface="Arial"/>
                <a:cs typeface="Arial"/>
              </a:defRPr>
            </a:lvl1pPr>
            <a:lvl2pPr algn="l">
              <a:defRPr sz="1350" b="1">
                <a:solidFill>
                  <a:srgbClr val="15313A"/>
                </a:solidFill>
                <a:latin typeface="Arial"/>
                <a:ea typeface="Arial"/>
                <a:cs typeface="Arial"/>
              </a:defRPr>
            </a:lvl2pPr>
            <a:lvl3pPr algn="l">
              <a:defRPr sz="1350" b="1">
                <a:solidFill>
                  <a:srgbClr val="15313A"/>
                </a:solidFill>
                <a:latin typeface="Arial"/>
                <a:ea typeface="Arial"/>
                <a:cs typeface="Arial"/>
              </a:defRPr>
            </a:lvl3pPr>
            <a:lvl4pPr algn="l">
              <a:defRPr sz="1350" b="1">
                <a:solidFill>
                  <a:srgbClr val="15313A"/>
                </a:solidFill>
                <a:latin typeface="Arial"/>
                <a:ea typeface="Arial"/>
                <a:cs typeface="Arial"/>
              </a:defRPr>
            </a:lvl4pPr>
            <a:lvl5pPr algn="l">
              <a:defRPr sz="1350" b="1">
                <a:solidFill>
                  <a:srgbClr val="15313A"/>
                </a:solidFill>
                <a:latin typeface="Arial"/>
                <a:ea typeface="Arial"/>
                <a:cs typeface="Arial"/>
              </a:defRPr>
            </a:lvl5pPr>
            <a:lvl6pPr algn="l">
              <a:defRPr sz="1350" b="1">
                <a:solidFill>
                  <a:srgbClr val="15313A"/>
                </a:solidFill>
                <a:latin typeface="Arial"/>
                <a:ea typeface="Arial"/>
                <a:cs typeface="Arial"/>
              </a:defRPr>
            </a:lvl6pPr>
            <a:lvl7pPr algn="l">
              <a:defRPr sz="1350" b="1">
                <a:solidFill>
                  <a:srgbClr val="15313A"/>
                </a:solidFill>
                <a:latin typeface="Arial"/>
                <a:ea typeface="Arial"/>
                <a:cs typeface="Arial"/>
              </a:defRPr>
            </a:lvl7pPr>
            <a:lvl8pPr algn="l">
              <a:defRPr sz="1350" b="1">
                <a:solidFill>
                  <a:srgbClr val="15313A"/>
                </a:solidFill>
                <a:latin typeface="Arial"/>
                <a:ea typeface="Arial"/>
                <a:cs typeface="Arial"/>
              </a:defRPr>
            </a:lvl8pPr>
            <a:lvl9pPr algn="l">
              <a:defRPr sz="1350" b="1">
                <a:solidFill>
                  <a:srgbClr val="15313A"/>
                </a:solidFill>
                <a:latin typeface="Arial"/>
                <a:ea typeface="Arial"/>
                <a:cs typeface="Arial"/>
              </a:defRPr>
            </a:lvl9pPr>
          </a:lstStyle>
          <a:p xmlns:a="http://schemas.openxmlformats.org/drawingml/2006/main">
            <a:pPr algn="l">
              <a:lnSpc>
                <a:spcPct val="102000"/>
              </a:lnSpc>
              <a:buNone/>
              <a:defRPr sz="1350" b="1">
                <a:solidFill>
                  <a:srgbClr val="15313A"/>
                </a:solidFill>
                <a:latin typeface="Arial"/>
                <a:ea typeface="Arial"/>
                <a:cs typeface="Arial"/>
              </a:defRPr>
            </a:pPr>
            <a:r>
              <a:rPr sz="1350" b="1">
                <a:solidFill>
                  <a:srgbClr val="15313A"/>
                </a:solidFill>
                <a:latin typeface="Arial"/>
                <a:ea typeface="Arial"/>
                <a:cs typeface="Arial"/>
              </a:rPr>
              <a:t>0 · No diagnosis   218,334</a:t>
            </a:r>
          </a:p>
        </p:txBody>
      </p:sp>
      <p:sp>
        <p:nvSpPr>
          <p:cNvPr id="21" name="">
            <a:extLst xmlns:a="http://schemas.openxmlformats.org/drawingml/2006/main">
              <a:ext uri="{FF2B5EF4-FFF2-40B4-BE49-F238E27FC236}">
                <a16:creationId xmlns:a16="http://schemas.microsoft.com/office/drawing/2014/main" id="{992DC131-3963-4F84-9A95-9573B54D395F}"/>
              </a:ext>
            </a:extLst>
          </p:cNvPr>
          <p:cNvSpPr>
            <a:spLocks xmlns:a="http://schemas.openxmlformats.org/drawingml/2006/main" noGrp="1"/>
          </p:cNvSpPr>
          <p:nvPr/>
        </p:nvSpPr>
        <p:spPr>
          <a:xfrm xmlns:a="http://schemas.openxmlformats.org/drawingml/2006/main">
            <a:off x="4714875" y="433387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1 · Diabetes             35,346</a:t>
            </a:r>
          </a:p>
        </p:txBody>
      </p:sp>
      <p:sp>
        <p:nvSpPr>
          <p:cNvPr id="22" name="">
            <a:extLst xmlns:a="http://schemas.openxmlformats.org/drawingml/2006/main">
              <a:ext uri="{FF2B5EF4-FFF2-40B4-BE49-F238E27FC236}">
                <a16:creationId xmlns:a16="http://schemas.microsoft.com/office/drawing/2014/main" id="{0AF36311-C850-426D-8AE6-274B20318F9B}"/>
              </a:ext>
            </a:extLst>
          </p:cNvPr>
          <p:cNvSpPr>
            <a:spLocks xmlns:a="http://schemas.openxmlformats.org/drawingml/2006/main" noGrp="1"/>
          </p:cNvSpPr>
          <p:nvPr/>
        </p:nvSpPr>
        <p:spPr>
          <a:xfrm xmlns:a="http://schemas.openxmlformats.org/drawingml/2006/main">
            <a:off x="4714875" y="46577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Observed class proportions</a:t>
            </a:r>
          </a:p>
        </p:txBody>
      </p:sp>
      <p:sp>
        <p:nvSpPr>
          <p:cNvPr id="23" name="">
            <a:extLst xmlns:a="http://schemas.openxmlformats.org/drawingml/2006/main">
              <a:ext uri="{FF2B5EF4-FFF2-40B4-BE49-F238E27FC236}">
                <a16:creationId xmlns:a16="http://schemas.microsoft.com/office/drawing/2014/main" id="{7F59F27E-01D2-4866-A03F-5870DEFD5074}"/>
              </a:ext>
            </a:extLst>
          </p:cNvPr>
          <p:cNvSpPr>
            <a:spLocks xmlns:a="http://schemas.openxmlformats.org/drawingml/2006/main" noGrp="1"/>
          </p:cNvSpPr>
          <p:nvPr/>
        </p:nvSpPr>
        <p:spPr>
          <a:xfrm xmlns:a="http://schemas.openxmlformats.org/drawingml/2006/main">
            <a:off x="8248650" y="1924050"/>
            <a:ext cx="57150" cy="3286125"/>
          </a:xfrm>
          <a:prstGeom xmlns:a="http://schemas.openxmlformats.org/drawingml/2006/main" prst="rect">
            <a:avLst/>
          </a:prstGeom>
          <a:solidFill xmlns:a="http://schemas.openxmlformats.org/drawingml/2006/main">
            <a:srgbClr val="E36D5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D70F98-F726-426D-9DF8-3BD962912FE3}"/>
              </a:ext>
            </a:extLst>
          </p:cNvPr>
          <p:cNvSpPr>
            <a:spLocks xmlns:a="http://schemas.openxmlformats.org/drawingml/2006/main" noGrp="1"/>
          </p:cNvSpPr>
          <p:nvPr/>
        </p:nvSpPr>
        <p:spPr>
          <a:xfrm xmlns:a="http://schemas.openxmlformats.org/drawingml/2006/main">
            <a:off x="8467725" y="19240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Binary · balanced</a:t>
            </a:r>
          </a:p>
        </p:txBody>
      </p:sp>
      <p:sp>
        <p:nvSpPr>
          <p:cNvPr id="25" name="">
            <a:extLst xmlns:a="http://schemas.openxmlformats.org/drawingml/2006/main">
              <a:ext uri="{FF2B5EF4-FFF2-40B4-BE49-F238E27FC236}">
                <a16:creationId xmlns:a16="http://schemas.microsoft.com/office/drawing/2014/main" id="{7CBEAD5A-192B-48E4-8686-C1C86ED17699}"/>
              </a:ext>
            </a:extLst>
          </p:cNvPr>
          <p:cNvSpPr>
            <a:spLocks xmlns:a="http://schemas.openxmlformats.org/drawingml/2006/main" noGrp="1"/>
          </p:cNvSpPr>
          <p:nvPr/>
        </p:nvSpPr>
        <p:spPr>
          <a:xfrm xmlns:a="http://schemas.openxmlformats.org/drawingml/2006/main">
            <a:off x="8467725" y="23336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C7077"/>
                </a:solidFill>
                <a:latin typeface="Arial"/>
                <a:ea typeface="Arial"/>
                <a:cs typeface="Arial"/>
              </a:defRPr>
            </a:defPPr>
            <a:lvl1pPr algn="l">
              <a:defRPr sz="1275" b="0">
                <a:solidFill>
                  <a:srgbClr val="5C7077"/>
                </a:solidFill>
                <a:latin typeface="Arial"/>
                <a:ea typeface="Arial"/>
                <a:cs typeface="Arial"/>
              </a:defRPr>
            </a:lvl1pPr>
            <a:lvl2pPr algn="l">
              <a:defRPr sz="1275" b="0">
                <a:solidFill>
                  <a:srgbClr val="5C7077"/>
                </a:solidFill>
                <a:latin typeface="Arial"/>
                <a:ea typeface="Arial"/>
                <a:cs typeface="Arial"/>
              </a:defRPr>
            </a:lvl2pPr>
            <a:lvl3pPr algn="l">
              <a:defRPr sz="1275" b="0">
                <a:solidFill>
                  <a:srgbClr val="5C7077"/>
                </a:solidFill>
                <a:latin typeface="Arial"/>
                <a:ea typeface="Arial"/>
                <a:cs typeface="Arial"/>
              </a:defRPr>
            </a:lvl3pPr>
            <a:lvl4pPr algn="l">
              <a:defRPr sz="1275" b="0">
                <a:solidFill>
                  <a:srgbClr val="5C7077"/>
                </a:solidFill>
                <a:latin typeface="Arial"/>
                <a:ea typeface="Arial"/>
                <a:cs typeface="Arial"/>
              </a:defRPr>
            </a:lvl4pPr>
            <a:lvl5pPr algn="l">
              <a:defRPr sz="1275" b="0">
                <a:solidFill>
                  <a:srgbClr val="5C7077"/>
                </a:solidFill>
                <a:latin typeface="Arial"/>
                <a:ea typeface="Arial"/>
                <a:cs typeface="Arial"/>
              </a:defRPr>
            </a:lvl5pPr>
            <a:lvl6pPr algn="l">
              <a:defRPr sz="1275" b="0">
                <a:solidFill>
                  <a:srgbClr val="5C7077"/>
                </a:solidFill>
                <a:latin typeface="Arial"/>
                <a:ea typeface="Arial"/>
                <a:cs typeface="Arial"/>
              </a:defRPr>
            </a:lvl6pPr>
            <a:lvl7pPr algn="l">
              <a:defRPr sz="1275" b="0">
                <a:solidFill>
                  <a:srgbClr val="5C7077"/>
                </a:solidFill>
                <a:latin typeface="Arial"/>
                <a:ea typeface="Arial"/>
                <a:cs typeface="Arial"/>
              </a:defRPr>
            </a:lvl7pPr>
            <a:lvl8pPr algn="l">
              <a:defRPr sz="1275" b="0">
                <a:solidFill>
                  <a:srgbClr val="5C7077"/>
                </a:solidFill>
                <a:latin typeface="Arial"/>
                <a:ea typeface="Arial"/>
                <a:cs typeface="Arial"/>
              </a:defRPr>
            </a:lvl8pPr>
            <a:lvl9pPr algn="l">
              <a:defRPr sz="1275" b="0">
                <a:solidFill>
                  <a:srgbClr val="5C7077"/>
                </a:solidFill>
                <a:latin typeface="Arial"/>
                <a:ea typeface="Arial"/>
                <a:cs typeface="Arial"/>
              </a:defRPr>
            </a:lvl9pPr>
          </a:lstStyle>
          <a:p xmlns:a="http://schemas.openxmlformats.org/drawingml/2006/main">
            <a:pPr algn="l">
              <a:lnSpc>
                <a:spcPct val="102000"/>
              </a:lnSpc>
              <a:buNone/>
              <a:defRPr sz="1275" b="0">
                <a:solidFill>
                  <a:srgbClr val="5C7077"/>
                </a:solidFill>
                <a:latin typeface="Arial"/>
                <a:ea typeface="Arial"/>
                <a:cs typeface="Arial"/>
              </a:defRPr>
            </a:pPr>
            <a:r>
              <a:rPr sz="1275" b="0">
                <a:solidFill>
                  <a:srgbClr val="5C7077"/>
                </a:solidFill>
                <a:latin typeface="Arial"/>
                <a:ea typeface="Arial"/>
                <a:cs typeface="Arial"/>
              </a:rPr>
              <a:t>Diabetes_binary</a:t>
            </a:r>
          </a:p>
        </p:txBody>
      </p:sp>
      <p:sp>
        <p:nvSpPr>
          <p:cNvPr id="26" name="">
            <a:extLst xmlns:a="http://schemas.openxmlformats.org/drawingml/2006/main">
              <a:ext uri="{FF2B5EF4-FFF2-40B4-BE49-F238E27FC236}">
                <a16:creationId xmlns:a16="http://schemas.microsoft.com/office/drawing/2014/main" id="{3FC636F9-01FF-4893-B4AA-06B4A791482C}"/>
              </a:ext>
            </a:extLst>
          </p:cNvPr>
          <p:cNvSpPr>
            <a:spLocks xmlns:a="http://schemas.openxmlformats.org/drawingml/2006/main" noGrp="1"/>
          </p:cNvSpPr>
          <p:nvPr/>
        </p:nvSpPr>
        <p:spPr>
          <a:xfrm xmlns:a="http://schemas.openxmlformats.org/drawingml/2006/main">
            <a:off x="8467725" y="27813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5313A"/>
                </a:solidFill>
                <a:latin typeface="Arial"/>
                <a:ea typeface="Arial"/>
                <a:cs typeface="Arial"/>
              </a:defRPr>
            </a:defPPr>
            <a:lvl1pPr algn="l">
              <a:defRPr sz="3375" b="1">
                <a:solidFill>
                  <a:srgbClr val="15313A"/>
                </a:solidFill>
                <a:latin typeface="Arial"/>
                <a:ea typeface="Arial"/>
                <a:cs typeface="Arial"/>
              </a:defRPr>
            </a:lvl1pPr>
            <a:lvl2pPr algn="l">
              <a:defRPr sz="3375" b="1">
                <a:solidFill>
                  <a:srgbClr val="15313A"/>
                </a:solidFill>
                <a:latin typeface="Arial"/>
                <a:ea typeface="Arial"/>
                <a:cs typeface="Arial"/>
              </a:defRPr>
            </a:lvl2pPr>
            <a:lvl3pPr algn="l">
              <a:defRPr sz="3375" b="1">
                <a:solidFill>
                  <a:srgbClr val="15313A"/>
                </a:solidFill>
                <a:latin typeface="Arial"/>
                <a:ea typeface="Arial"/>
                <a:cs typeface="Arial"/>
              </a:defRPr>
            </a:lvl3pPr>
            <a:lvl4pPr algn="l">
              <a:defRPr sz="3375" b="1">
                <a:solidFill>
                  <a:srgbClr val="15313A"/>
                </a:solidFill>
                <a:latin typeface="Arial"/>
                <a:ea typeface="Arial"/>
                <a:cs typeface="Arial"/>
              </a:defRPr>
            </a:lvl4pPr>
            <a:lvl5pPr algn="l">
              <a:defRPr sz="3375" b="1">
                <a:solidFill>
                  <a:srgbClr val="15313A"/>
                </a:solidFill>
                <a:latin typeface="Arial"/>
                <a:ea typeface="Arial"/>
                <a:cs typeface="Arial"/>
              </a:defRPr>
            </a:lvl5pPr>
            <a:lvl6pPr algn="l">
              <a:defRPr sz="3375" b="1">
                <a:solidFill>
                  <a:srgbClr val="15313A"/>
                </a:solidFill>
                <a:latin typeface="Arial"/>
                <a:ea typeface="Arial"/>
                <a:cs typeface="Arial"/>
              </a:defRPr>
            </a:lvl6pPr>
            <a:lvl7pPr algn="l">
              <a:defRPr sz="3375" b="1">
                <a:solidFill>
                  <a:srgbClr val="15313A"/>
                </a:solidFill>
                <a:latin typeface="Arial"/>
                <a:ea typeface="Arial"/>
                <a:cs typeface="Arial"/>
              </a:defRPr>
            </a:lvl7pPr>
            <a:lvl8pPr algn="l">
              <a:defRPr sz="3375" b="1">
                <a:solidFill>
                  <a:srgbClr val="15313A"/>
                </a:solidFill>
                <a:latin typeface="Arial"/>
                <a:ea typeface="Arial"/>
                <a:cs typeface="Arial"/>
              </a:defRPr>
            </a:lvl8pPr>
            <a:lvl9pPr algn="l">
              <a:defRPr sz="3375" b="1">
                <a:solidFill>
                  <a:srgbClr val="15313A"/>
                </a:solidFill>
                <a:latin typeface="Arial"/>
                <a:ea typeface="Arial"/>
                <a:cs typeface="Arial"/>
              </a:defRPr>
            </a:lvl9pPr>
          </a:lstStyle>
          <a:p xmlns:a="http://schemas.openxmlformats.org/drawingml/2006/main">
            <a:pPr algn="l">
              <a:lnSpc>
                <a:spcPct val="102000"/>
              </a:lnSpc>
              <a:buNone/>
              <a:defRPr sz="3375" b="1">
                <a:solidFill>
                  <a:srgbClr val="15313A"/>
                </a:solidFill>
                <a:latin typeface="Arial"/>
                <a:ea typeface="Arial"/>
                <a:cs typeface="Arial"/>
              </a:defRPr>
            </a:pPr>
            <a:r>
              <a:rPr sz="3375" b="1">
                <a:solidFill>
                  <a:srgbClr val="15313A"/>
                </a:solidFill>
                <a:latin typeface="Arial"/>
                <a:ea typeface="Arial"/>
                <a:cs typeface="Arial"/>
              </a:rPr>
              <a:t>70,692</a:t>
            </a:r>
          </a:p>
        </p:txBody>
      </p:sp>
      <p:sp>
        <p:nvSpPr>
          <p:cNvPr id="27" name="">
            <a:extLst xmlns:a="http://schemas.openxmlformats.org/drawingml/2006/main">
              <a:ext uri="{FF2B5EF4-FFF2-40B4-BE49-F238E27FC236}">
                <a16:creationId xmlns:a16="http://schemas.microsoft.com/office/drawing/2014/main" id="{9EA00B2C-824F-479B-9351-5738CB1FA782}"/>
              </a:ext>
            </a:extLst>
          </p:cNvPr>
          <p:cNvSpPr>
            <a:spLocks xmlns:a="http://schemas.openxmlformats.org/drawingml/2006/main" noGrp="1"/>
          </p:cNvSpPr>
          <p:nvPr/>
        </p:nvSpPr>
        <p:spPr>
          <a:xfrm xmlns:a="http://schemas.openxmlformats.org/drawingml/2006/main">
            <a:off x="8486775" y="3409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C7077"/>
                </a:solidFill>
                <a:latin typeface="Arial"/>
                <a:ea typeface="Arial"/>
                <a:cs typeface="Arial"/>
              </a:defRPr>
            </a:defPPr>
            <a:lvl1pPr algn="l">
              <a:defRPr sz="1200" b="0">
                <a:solidFill>
                  <a:srgbClr val="5C7077"/>
                </a:solidFill>
                <a:latin typeface="Arial"/>
                <a:ea typeface="Arial"/>
                <a:cs typeface="Arial"/>
              </a:defRPr>
            </a:lvl1pPr>
            <a:lvl2pPr algn="l">
              <a:defRPr sz="1200" b="0">
                <a:solidFill>
                  <a:srgbClr val="5C7077"/>
                </a:solidFill>
                <a:latin typeface="Arial"/>
                <a:ea typeface="Arial"/>
                <a:cs typeface="Arial"/>
              </a:defRPr>
            </a:lvl2pPr>
            <a:lvl3pPr algn="l">
              <a:defRPr sz="1200" b="0">
                <a:solidFill>
                  <a:srgbClr val="5C7077"/>
                </a:solidFill>
                <a:latin typeface="Arial"/>
                <a:ea typeface="Arial"/>
                <a:cs typeface="Arial"/>
              </a:defRPr>
            </a:lvl3pPr>
            <a:lvl4pPr algn="l">
              <a:defRPr sz="1200" b="0">
                <a:solidFill>
                  <a:srgbClr val="5C7077"/>
                </a:solidFill>
                <a:latin typeface="Arial"/>
                <a:ea typeface="Arial"/>
                <a:cs typeface="Arial"/>
              </a:defRPr>
            </a:lvl4pPr>
            <a:lvl5pPr algn="l">
              <a:defRPr sz="1200" b="0">
                <a:solidFill>
                  <a:srgbClr val="5C7077"/>
                </a:solidFill>
                <a:latin typeface="Arial"/>
                <a:ea typeface="Arial"/>
                <a:cs typeface="Arial"/>
              </a:defRPr>
            </a:lvl5pPr>
            <a:lvl6pPr algn="l">
              <a:defRPr sz="1200" b="0">
                <a:solidFill>
                  <a:srgbClr val="5C7077"/>
                </a:solidFill>
                <a:latin typeface="Arial"/>
                <a:ea typeface="Arial"/>
                <a:cs typeface="Arial"/>
              </a:defRPr>
            </a:lvl6pPr>
            <a:lvl7pPr algn="l">
              <a:defRPr sz="1200" b="0">
                <a:solidFill>
                  <a:srgbClr val="5C7077"/>
                </a:solidFill>
                <a:latin typeface="Arial"/>
                <a:ea typeface="Arial"/>
                <a:cs typeface="Arial"/>
              </a:defRPr>
            </a:lvl7pPr>
            <a:lvl8pPr algn="l">
              <a:defRPr sz="1200" b="0">
                <a:solidFill>
                  <a:srgbClr val="5C7077"/>
                </a:solidFill>
                <a:latin typeface="Arial"/>
                <a:ea typeface="Arial"/>
                <a:cs typeface="Arial"/>
              </a:defRPr>
            </a:lvl8pPr>
            <a:lvl9pPr algn="l">
              <a:defRPr sz="1200" b="0">
                <a:solidFill>
                  <a:srgbClr val="5C7077"/>
                </a:solidFill>
                <a:latin typeface="Arial"/>
                <a:ea typeface="Arial"/>
                <a:cs typeface="Arial"/>
              </a:defRPr>
            </a:lvl9pPr>
          </a:lstStyle>
          <a:p xmlns:a="http://schemas.openxmlformats.org/drawingml/2006/main">
            <a:pPr algn="l">
              <a:lnSpc>
                <a:spcPct val="102000"/>
              </a:lnSpc>
              <a:buNone/>
              <a:defRPr sz="1200" b="0">
                <a:solidFill>
                  <a:srgbClr val="5C7077"/>
                </a:solidFill>
                <a:latin typeface="Arial"/>
                <a:ea typeface="Arial"/>
                <a:cs typeface="Arial"/>
              </a:defRPr>
            </a:pPr>
            <a:r>
              <a:rPr sz="1200" b="0">
                <a:solidFill>
                  <a:srgbClr val="5C7077"/>
                </a:solidFill>
                <a:latin typeface="Arial"/>
                <a:ea typeface="Arial"/>
                <a:cs typeface="Arial"/>
              </a:rPr>
              <a:t>rows</a:t>
            </a:r>
          </a:p>
        </p:txBody>
      </p:sp>
      <p:sp>
        <p:nvSpPr>
          <p:cNvPr id="28" name="">
            <a:extLst xmlns:a="http://schemas.openxmlformats.org/drawingml/2006/main">
              <a:ext uri="{FF2B5EF4-FFF2-40B4-BE49-F238E27FC236}">
                <a16:creationId xmlns:a16="http://schemas.microsoft.com/office/drawing/2014/main" id="{0F7033A8-FA1B-45A8-8C4C-B009DA397482}"/>
              </a:ext>
            </a:extLst>
          </p:cNvPr>
          <p:cNvSpPr>
            <a:spLocks xmlns:a="http://schemas.openxmlformats.org/drawingml/2006/main" noGrp="1"/>
          </p:cNvSpPr>
          <p:nvPr/>
        </p:nvSpPr>
        <p:spPr>
          <a:xfrm xmlns:a="http://schemas.openxmlformats.org/drawingml/2006/main">
            <a:off x="8467725" y="3790950"/>
            <a:ext cx="28575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5A504F4-6B6E-4031-B6E7-82BF8B548FA4}"/>
              </a:ext>
            </a:extLst>
          </p:cNvPr>
          <p:cNvSpPr>
            <a:spLocks xmlns:a="http://schemas.openxmlformats.org/drawingml/2006/main" noGrp="1"/>
          </p:cNvSpPr>
          <p:nvPr/>
        </p:nvSpPr>
        <p:spPr>
          <a:xfrm xmlns:a="http://schemas.openxmlformats.org/drawingml/2006/main">
            <a:off x="8467725" y="40100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13A"/>
                </a:solidFill>
                <a:latin typeface="Arial"/>
                <a:ea typeface="Arial"/>
                <a:cs typeface="Arial"/>
              </a:defRPr>
            </a:defPPr>
            <a:lvl1pPr algn="l">
              <a:defRPr sz="1350" b="1">
                <a:solidFill>
                  <a:srgbClr val="15313A"/>
                </a:solidFill>
                <a:latin typeface="Arial"/>
                <a:ea typeface="Arial"/>
                <a:cs typeface="Arial"/>
              </a:defRPr>
            </a:lvl1pPr>
            <a:lvl2pPr algn="l">
              <a:defRPr sz="1350" b="1">
                <a:solidFill>
                  <a:srgbClr val="15313A"/>
                </a:solidFill>
                <a:latin typeface="Arial"/>
                <a:ea typeface="Arial"/>
                <a:cs typeface="Arial"/>
              </a:defRPr>
            </a:lvl2pPr>
            <a:lvl3pPr algn="l">
              <a:defRPr sz="1350" b="1">
                <a:solidFill>
                  <a:srgbClr val="15313A"/>
                </a:solidFill>
                <a:latin typeface="Arial"/>
                <a:ea typeface="Arial"/>
                <a:cs typeface="Arial"/>
              </a:defRPr>
            </a:lvl3pPr>
            <a:lvl4pPr algn="l">
              <a:defRPr sz="1350" b="1">
                <a:solidFill>
                  <a:srgbClr val="15313A"/>
                </a:solidFill>
                <a:latin typeface="Arial"/>
                <a:ea typeface="Arial"/>
                <a:cs typeface="Arial"/>
              </a:defRPr>
            </a:lvl4pPr>
            <a:lvl5pPr algn="l">
              <a:defRPr sz="1350" b="1">
                <a:solidFill>
                  <a:srgbClr val="15313A"/>
                </a:solidFill>
                <a:latin typeface="Arial"/>
                <a:ea typeface="Arial"/>
                <a:cs typeface="Arial"/>
              </a:defRPr>
            </a:lvl5pPr>
            <a:lvl6pPr algn="l">
              <a:defRPr sz="1350" b="1">
                <a:solidFill>
                  <a:srgbClr val="15313A"/>
                </a:solidFill>
                <a:latin typeface="Arial"/>
                <a:ea typeface="Arial"/>
                <a:cs typeface="Arial"/>
              </a:defRPr>
            </a:lvl6pPr>
            <a:lvl7pPr algn="l">
              <a:defRPr sz="1350" b="1">
                <a:solidFill>
                  <a:srgbClr val="15313A"/>
                </a:solidFill>
                <a:latin typeface="Arial"/>
                <a:ea typeface="Arial"/>
                <a:cs typeface="Arial"/>
              </a:defRPr>
            </a:lvl7pPr>
            <a:lvl8pPr algn="l">
              <a:defRPr sz="1350" b="1">
                <a:solidFill>
                  <a:srgbClr val="15313A"/>
                </a:solidFill>
                <a:latin typeface="Arial"/>
                <a:ea typeface="Arial"/>
                <a:cs typeface="Arial"/>
              </a:defRPr>
            </a:lvl8pPr>
            <a:lvl9pPr algn="l">
              <a:defRPr sz="1350" b="1">
                <a:solidFill>
                  <a:srgbClr val="15313A"/>
                </a:solidFill>
                <a:latin typeface="Arial"/>
                <a:ea typeface="Arial"/>
                <a:cs typeface="Arial"/>
              </a:defRPr>
            </a:lvl9pPr>
          </a:lstStyle>
          <a:p xmlns:a="http://schemas.openxmlformats.org/drawingml/2006/main">
            <a:pPr algn="l">
              <a:lnSpc>
                <a:spcPct val="102000"/>
              </a:lnSpc>
              <a:buNone/>
              <a:defRPr sz="1350" b="1">
                <a:solidFill>
                  <a:srgbClr val="15313A"/>
                </a:solidFill>
                <a:latin typeface="Arial"/>
                <a:ea typeface="Arial"/>
                <a:cs typeface="Arial"/>
              </a:defRPr>
            </a:pPr>
            <a:r>
              <a:rPr sz="1350" b="1">
                <a:solidFill>
                  <a:srgbClr val="15313A"/>
                </a:solidFill>
                <a:latin typeface="Arial"/>
                <a:ea typeface="Arial"/>
                <a:cs typeface="Arial"/>
              </a:rPr>
              <a:t>0 · No diagnosis     35,346</a:t>
            </a:r>
          </a:p>
        </p:txBody>
      </p:sp>
      <p:sp>
        <p:nvSpPr>
          <p:cNvPr id="30" name="">
            <a:extLst xmlns:a="http://schemas.openxmlformats.org/drawingml/2006/main">
              <a:ext uri="{FF2B5EF4-FFF2-40B4-BE49-F238E27FC236}">
                <a16:creationId xmlns:a16="http://schemas.microsoft.com/office/drawing/2014/main" id="{3DD8AF8D-09DB-4BC3-A364-F4F682AD7F36}"/>
              </a:ext>
            </a:extLst>
          </p:cNvPr>
          <p:cNvSpPr>
            <a:spLocks xmlns:a="http://schemas.openxmlformats.org/drawingml/2006/main" noGrp="1"/>
          </p:cNvSpPr>
          <p:nvPr/>
        </p:nvSpPr>
        <p:spPr>
          <a:xfrm xmlns:a="http://schemas.openxmlformats.org/drawingml/2006/main">
            <a:off x="8467725" y="433387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1 · Diabetes             35,346</a:t>
            </a:r>
          </a:p>
        </p:txBody>
      </p:sp>
      <p:sp>
        <p:nvSpPr>
          <p:cNvPr id="31" name="">
            <a:extLst xmlns:a="http://schemas.openxmlformats.org/drawingml/2006/main">
              <a:ext uri="{FF2B5EF4-FFF2-40B4-BE49-F238E27FC236}">
                <a16:creationId xmlns:a16="http://schemas.microsoft.com/office/drawing/2014/main" id="{7CF9B31D-071E-446A-84B1-5B9D3E2CF057}"/>
              </a:ext>
            </a:extLst>
          </p:cNvPr>
          <p:cNvSpPr>
            <a:spLocks xmlns:a="http://schemas.openxmlformats.org/drawingml/2006/main" noGrp="1"/>
          </p:cNvSpPr>
          <p:nvPr/>
        </p:nvSpPr>
        <p:spPr>
          <a:xfrm xmlns:a="http://schemas.openxmlformats.org/drawingml/2006/main">
            <a:off x="8467725" y="4657725"/>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Equal class counts</a:t>
            </a:r>
          </a:p>
        </p:txBody>
      </p:sp>
      <p:sp>
        <p:nvSpPr>
          <p:cNvPr id="32" name="">
            <a:extLst xmlns:a="http://schemas.openxmlformats.org/drawingml/2006/main">
              <a:ext uri="{FF2B5EF4-FFF2-40B4-BE49-F238E27FC236}">
                <a16:creationId xmlns:a16="http://schemas.microsoft.com/office/drawing/2014/main" id="{04755254-DC27-41DF-BA6A-10B804BEEF98}"/>
              </a:ext>
            </a:extLst>
          </p:cNvPr>
          <p:cNvSpPr>
            <a:spLocks xmlns:a="http://schemas.openxmlformats.org/drawingml/2006/main" noGrp="1"/>
          </p:cNvSpPr>
          <p:nvPr/>
        </p:nvSpPr>
        <p:spPr>
          <a:xfrm xmlns:a="http://schemas.openxmlformats.org/drawingml/2006/main">
            <a:off x="733425" y="5543550"/>
            <a:ext cx="10734675" cy="466725"/>
          </a:xfrm>
          <a:prstGeom xmlns:a="http://schemas.openxmlformats.org/drawingml/2006/main" prst="rect">
            <a:avLst/>
          </a:prstGeom>
          <a:solidFill xmlns:a="http://schemas.openxmlformats.org/drawingml/2006/main">
            <a:srgbClr val="0B273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8B4CD8-C1A3-4D45-94A0-ED88AE268A73}"/>
              </a:ext>
            </a:extLst>
          </p:cNvPr>
          <p:cNvSpPr>
            <a:spLocks xmlns:a="http://schemas.openxmlformats.org/drawingml/2006/main" noGrp="1"/>
          </p:cNvSpPr>
          <p:nvPr/>
        </p:nvSpPr>
        <p:spPr>
          <a:xfrm xmlns:a="http://schemas.openxmlformats.org/drawingml/2006/main">
            <a:off x="895350" y="5676900"/>
            <a:ext cx="11906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7C9C4"/>
                </a:solidFill>
                <a:latin typeface="Arial"/>
                <a:ea typeface="Arial"/>
                <a:cs typeface="Arial"/>
              </a:defRPr>
            </a:defPPr>
            <a:lvl1pPr algn="l">
              <a:defRPr sz="1050" b="1">
                <a:solidFill>
                  <a:srgbClr val="77C9C4"/>
                </a:solidFill>
                <a:latin typeface="Arial"/>
                <a:ea typeface="Arial"/>
                <a:cs typeface="Arial"/>
              </a:defRPr>
            </a:lvl1pPr>
            <a:lvl2pPr algn="l">
              <a:defRPr sz="1050" b="1">
                <a:solidFill>
                  <a:srgbClr val="77C9C4"/>
                </a:solidFill>
                <a:latin typeface="Arial"/>
                <a:ea typeface="Arial"/>
                <a:cs typeface="Arial"/>
              </a:defRPr>
            </a:lvl2pPr>
            <a:lvl3pPr algn="l">
              <a:defRPr sz="1050" b="1">
                <a:solidFill>
                  <a:srgbClr val="77C9C4"/>
                </a:solidFill>
                <a:latin typeface="Arial"/>
                <a:ea typeface="Arial"/>
                <a:cs typeface="Arial"/>
              </a:defRPr>
            </a:lvl3pPr>
            <a:lvl4pPr algn="l">
              <a:defRPr sz="1050" b="1">
                <a:solidFill>
                  <a:srgbClr val="77C9C4"/>
                </a:solidFill>
                <a:latin typeface="Arial"/>
                <a:ea typeface="Arial"/>
                <a:cs typeface="Arial"/>
              </a:defRPr>
            </a:lvl4pPr>
            <a:lvl5pPr algn="l">
              <a:defRPr sz="1050" b="1">
                <a:solidFill>
                  <a:srgbClr val="77C9C4"/>
                </a:solidFill>
                <a:latin typeface="Arial"/>
                <a:ea typeface="Arial"/>
                <a:cs typeface="Arial"/>
              </a:defRPr>
            </a:lvl5pPr>
            <a:lvl6pPr algn="l">
              <a:defRPr sz="1050" b="1">
                <a:solidFill>
                  <a:srgbClr val="77C9C4"/>
                </a:solidFill>
                <a:latin typeface="Arial"/>
                <a:ea typeface="Arial"/>
                <a:cs typeface="Arial"/>
              </a:defRPr>
            </a:lvl6pPr>
            <a:lvl7pPr algn="l">
              <a:defRPr sz="1050" b="1">
                <a:solidFill>
                  <a:srgbClr val="77C9C4"/>
                </a:solidFill>
                <a:latin typeface="Arial"/>
                <a:ea typeface="Arial"/>
                <a:cs typeface="Arial"/>
              </a:defRPr>
            </a:lvl7pPr>
            <a:lvl8pPr algn="l">
              <a:defRPr sz="1050" b="1">
                <a:solidFill>
                  <a:srgbClr val="77C9C4"/>
                </a:solidFill>
                <a:latin typeface="Arial"/>
                <a:ea typeface="Arial"/>
                <a:cs typeface="Arial"/>
              </a:defRPr>
            </a:lvl8pPr>
            <a:lvl9pPr algn="l">
              <a:defRPr sz="1050" b="1">
                <a:solidFill>
                  <a:srgbClr val="77C9C4"/>
                </a:solidFill>
                <a:latin typeface="Arial"/>
                <a:ea typeface="Arial"/>
                <a:cs typeface="Arial"/>
              </a:defRPr>
            </a:lvl9pPr>
          </a:lstStyle>
          <a:p xmlns:a="http://schemas.openxmlformats.org/drawingml/2006/main">
            <a:pPr algn="l">
              <a:lnSpc>
                <a:spcPct val="102000"/>
              </a:lnSpc>
              <a:buNone/>
              <a:defRPr sz="1050" b="1">
                <a:solidFill>
                  <a:srgbClr val="77C9C4"/>
                </a:solidFill>
                <a:latin typeface="Arial"/>
                <a:ea typeface="Arial"/>
                <a:cs typeface="Arial"/>
              </a:defRPr>
            </a:pPr>
            <a:r>
              <a:rPr sz="1050" b="1">
                <a:solidFill>
                  <a:srgbClr val="77C9C4"/>
                </a:solidFill>
                <a:latin typeface="Arial"/>
                <a:ea typeface="Arial"/>
                <a:cs typeface="Arial"/>
              </a:rPr>
              <a:t>M1 DATA</a:t>
            </a:r>
          </a:p>
        </p:txBody>
      </p:sp>
      <p:sp>
        <p:nvSpPr>
          <p:cNvPr id="34" name="">
            <a:extLst xmlns:a="http://schemas.openxmlformats.org/drawingml/2006/main">
              <a:ext uri="{FF2B5EF4-FFF2-40B4-BE49-F238E27FC236}">
                <a16:creationId xmlns:a16="http://schemas.microsoft.com/office/drawing/2014/main" id="{740AAE6B-021B-490B-B8D0-3120DCDD6088}"/>
              </a:ext>
            </a:extLst>
          </p:cNvPr>
          <p:cNvSpPr>
            <a:spLocks xmlns:a="http://schemas.openxmlformats.org/drawingml/2006/main" noGrp="1"/>
          </p:cNvSpPr>
          <p:nvPr/>
        </p:nvSpPr>
        <p:spPr>
          <a:xfrm xmlns:a="http://schemas.openxmlformats.org/drawingml/2006/main">
            <a:off x="2286000" y="5638800"/>
            <a:ext cx="885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After cleaning/dedup: 70,194 balanced rows → 56,155 train + 14,039 test</a:t>
            </a:r>
          </a:p>
        </p:txBody>
      </p:sp>
      <p:sp>
        <p:nvSpPr>
          <p:cNvPr id="35" name="">
            <a:extLst xmlns:a="http://schemas.openxmlformats.org/drawingml/2006/main">
              <a:ext uri="{FF2B5EF4-FFF2-40B4-BE49-F238E27FC236}">
                <a16:creationId xmlns:a16="http://schemas.microsoft.com/office/drawing/2014/main" id="{67438789-C1ED-4190-8570-55048F841DE3}"/>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data/01_original/*.csv; README.md; data/05_cmb_train_test_for_models/*.csv</a:t>
            </a:r>
          </a:p>
        </p:txBody>
      </p:sp>
      <p:sp>
        <p:nvSpPr>
          <p:cNvPr id="36" name="">
            <a:extLst xmlns:a="http://schemas.openxmlformats.org/drawingml/2006/main">
              <a:ext uri="{FF2B5EF4-FFF2-40B4-BE49-F238E27FC236}">
                <a16:creationId xmlns:a16="http://schemas.microsoft.com/office/drawing/2014/main" id="{9CA9E960-1150-4DDE-A1E6-5F0FE344182A}"/>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03 / 10</a:t>
            </a:r>
          </a:p>
        </p:txBody>
      </p:sp>
    </p:spTree>
    <p:extLst>
      <p:ext uri="{BB962C8B-B14F-4D97-AF65-F5344CB8AC3E}">
        <p14:creationId xmlns:p14="http://schemas.microsoft.com/office/powerpoint/2010/main" val="629290339"/>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9CC69E4-EDF6-4621-99BE-37EB6B01E26C}"/>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WHAT · THE QUESTIONS</a:t>
            </a:r>
          </a:p>
        </p:txBody>
      </p:sp>
      <p:sp>
        <p:nvSpPr>
          <p:cNvPr id="2" name="">
            <a:extLst xmlns:a="http://schemas.openxmlformats.org/drawingml/2006/main">
              <a:ext uri="{FF2B5EF4-FFF2-40B4-BE49-F238E27FC236}">
                <a16:creationId xmlns:a16="http://schemas.microsoft.com/office/drawing/2014/main" id="{B62F8E31-A687-4AF7-B0B7-DCC973240953}"/>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What did the EDA ask?</a:t>
            </a:r>
          </a:p>
        </p:txBody>
      </p:sp>
      <p:sp>
        <p:nvSpPr>
          <p:cNvPr id="3" name="">
            <a:extLst xmlns:a="http://schemas.openxmlformats.org/drawingml/2006/main">
              <a:ext uri="{FF2B5EF4-FFF2-40B4-BE49-F238E27FC236}">
                <a16:creationId xmlns:a16="http://schemas.microsoft.com/office/drawing/2014/main" id="{C98709E2-757B-4853-80B0-9E03DAF59C23}"/>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The questions describe patterns in the survey; they do not establish causes.</a:t>
            </a:r>
          </a:p>
        </p:txBody>
      </p:sp>
      <p:sp>
        <p:nvSpPr>
          <p:cNvPr id="4" name="">
            <a:extLst xmlns:a="http://schemas.openxmlformats.org/drawingml/2006/main">
              <a:ext uri="{FF2B5EF4-FFF2-40B4-BE49-F238E27FC236}">
                <a16:creationId xmlns:a16="http://schemas.microsoft.com/office/drawing/2014/main" id="{FF4C161C-E414-4E20-8483-9CED2C613164}"/>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A206E5A-2558-443C-B590-CC41ACC64D58}"/>
              </a:ext>
            </a:extLst>
          </p:cNvPr>
          <p:cNvSpPr>
            <a:spLocks xmlns:a="http://schemas.openxmlformats.org/drawingml/2006/main" noGrp="1"/>
          </p:cNvSpPr>
          <p:nvPr/>
        </p:nvSpPr>
        <p:spPr>
          <a:xfrm xmlns:a="http://schemas.openxmlformats.org/drawingml/2006/main">
            <a:off x="781050" y="2009775"/>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F9A"/>
                </a:solidFill>
                <a:latin typeface="Arial"/>
                <a:ea typeface="Arial"/>
                <a:cs typeface="Arial"/>
              </a:defRPr>
            </a:defPPr>
            <a:lvl1pPr algn="l">
              <a:defRPr sz="1350" b="1">
                <a:solidFill>
                  <a:srgbClr val="009F9A"/>
                </a:solidFill>
                <a:latin typeface="Arial"/>
                <a:ea typeface="Arial"/>
                <a:cs typeface="Arial"/>
              </a:defRPr>
            </a:lvl1pPr>
            <a:lvl2pPr algn="l">
              <a:defRPr sz="1350" b="1">
                <a:solidFill>
                  <a:srgbClr val="009F9A"/>
                </a:solidFill>
                <a:latin typeface="Arial"/>
                <a:ea typeface="Arial"/>
                <a:cs typeface="Arial"/>
              </a:defRPr>
            </a:lvl2pPr>
            <a:lvl3pPr algn="l">
              <a:defRPr sz="1350" b="1">
                <a:solidFill>
                  <a:srgbClr val="009F9A"/>
                </a:solidFill>
                <a:latin typeface="Arial"/>
                <a:ea typeface="Arial"/>
                <a:cs typeface="Arial"/>
              </a:defRPr>
            </a:lvl3pPr>
            <a:lvl4pPr algn="l">
              <a:defRPr sz="1350" b="1">
                <a:solidFill>
                  <a:srgbClr val="009F9A"/>
                </a:solidFill>
                <a:latin typeface="Arial"/>
                <a:ea typeface="Arial"/>
                <a:cs typeface="Arial"/>
              </a:defRPr>
            </a:lvl4pPr>
            <a:lvl5pPr algn="l">
              <a:defRPr sz="1350" b="1">
                <a:solidFill>
                  <a:srgbClr val="009F9A"/>
                </a:solidFill>
                <a:latin typeface="Arial"/>
                <a:ea typeface="Arial"/>
                <a:cs typeface="Arial"/>
              </a:defRPr>
            </a:lvl5pPr>
            <a:lvl6pPr algn="l">
              <a:defRPr sz="1350" b="1">
                <a:solidFill>
                  <a:srgbClr val="009F9A"/>
                </a:solidFill>
                <a:latin typeface="Arial"/>
                <a:ea typeface="Arial"/>
                <a:cs typeface="Arial"/>
              </a:defRPr>
            </a:lvl6pPr>
            <a:lvl7pPr algn="l">
              <a:defRPr sz="1350" b="1">
                <a:solidFill>
                  <a:srgbClr val="009F9A"/>
                </a:solidFill>
                <a:latin typeface="Arial"/>
                <a:ea typeface="Arial"/>
                <a:cs typeface="Arial"/>
              </a:defRPr>
            </a:lvl7pPr>
            <a:lvl8pPr algn="l">
              <a:defRPr sz="1350" b="1">
                <a:solidFill>
                  <a:srgbClr val="009F9A"/>
                </a:solidFill>
                <a:latin typeface="Arial"/>
                <a:ea typeface="Arial"/>
                <a:cs typeface="Arial"/>
              </a:defRPr>
            </a:lvl8pPr>
            <a:lvl9pPr algn="l">
              <a:defRPr sz="1350" b="1">
                <a:solidFill>
                  <a:srgbClr val="009F9A"/>
                </a:solidFill>
                <a:latin typeface="Arial"/>
                <a:ea typeface="Arial"/>
                <a:cs typeface="Arial"/>
              </a:defRPr>
            </a:lvl9pPr>
          </a:lstStyle>
          <a:p xmlns:a="http://schemas.openxmlformats.org/drawingml/2006/main">
            <a:pPr algn="l">
              <a:lnSpc>
                <a:spcPct val="102000"/>
              </a:lnSpc>
              <a:buNone/>
              <a:defRPr sz="1350" b="1">
                <a:solidFill>
                  <a:srgbClr val="009F9A"/>
                </a:solidFill>
                <a:latin typeface="Arial"/>
                <a:ea typeface="Arial"/>
                <a:cs typeface="Arial"/>
              </a:defRPr>
            </a:pPr>
            <a:r>
              <a:rPr sz="1350" b="1">
                <a:solidFill>
                  <a:srgbClr val="009F9A"/>
                </a:solidFill>
                <a:latin typeface="Arial"/>
                <a:ea typeface="Arial"/>
                <a:cs typeface="Arial"/>
              </a:rPr>
              <a:t>RQ 1</a:t>
            </a:r>
          </a:p>
        </p:txBody>
      </p:sp>
      <p:sp>
        <p:nvSpPr>
          <p:cNvPr id="6" name="">
            <a:extLst xmlns:a="http://schemas.openxmlformats.org/drawingml/2006/main">
              <a:ext uri="{FF2B5EF4-FFF2-40B4-BE49-F238E27FC236}">
                <a16:creationId xmlns:a16="http://schemas.microsoft.com/office/drawing/2014/main" id="{8E9DACFE-B3B7-436B-B3CE-CAA317AF6D7B}"/>
              </a:ext>
            </a:extLst>
          </p:cNvPr>
          <p:cNvSpPr>
            <a:spLocks xmlns:a="http://schemas.openxmlformats.org/drawingml/2006/main" noGrp="1"/>
          </p:cNvSpPr>
          <p:nvPr/>
        </p:nvSpPr>
        <p:spPr>
          <a:xfrm xmlns:a="http://schemas.openxmlformats.org/drawingml/2006/main">
            <a:off x="1952625" y="19621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5313A"/>
                </a:solidFill>
                <a:latin typeface="Arial"/>
                <a:ea typeface="Arial"/>
                <a:cs typeface="Arial"/>
              </a:defRPr>
            </a:defPPr>
            <a:lvl1pPr algn="l">
              <a:defRPr sz="1950" b="0">
                <a:solidFill>
                  <a:srgbClr val="15313A"/>
                </a:solidFill>
                <a:latin typeface="Arial"/>
                <a:ea typeface="Arial"/>
                <a:cs typeface="Arial"/>
              </a:defRPr>
            </a:lvl1pPr>
            <a:lvl2pPr algn="l">
              <a:defRPr sz="1950" b="0">
                <a:solidFill>
                  <a:srgbClr val="15313A"/>
                </a:solidFill>
                <a:latin typeface="Arial"/>
                <a:ea typeface="Arial"/>
                <a:cs typeface="Arial"/>
              </a:defRPr>
            </a:lvl2pPr>
            <a:lvl3pPr algn="l">
              <a:defRPr sz="1950" b="0">
                <a:solidFill>
                  <a:srgbClr val="15313A"/>
                </a:solidFill>
                <a:latin typeface="Arial"/>
                <a:ea typeface="Arial"/>
                <a:cs typeface="Arial"/>
              </a:defRPr>
            </a:lvl3pPr>
            <a:lvl4pPr algn="l">
              <a:defRPr sz="1950" b="0">
                <a:solidFill>
                  <a:srgbClr val="15313A"/>
                </a:solidFill>
                <a:latin typeface="Arial"/>
                <a:ea typeface="Arial"/>
                <a:cs typeface="Arial"/>
              </a:defRPr>
            </a:lvl4pPr>
            <a:lvl5pPr algn="l">
              <a:defRPr sz="1950" b="0">
                <a:solidFill>
                  <a:srgbClr val="15313A"/>
                </a:solidFill>
                <a:latin typeface="Arial"/>
                <a:ea typeface="Arial"/>
                <a:cs typeface="Arial"/>
              </a:defRPr>
            </a:lvl5pPr>
            <a:lvl6pPr algn="l">
              <a:defRPr sz="1950" b="0">
                <a:solidFill>
                  <a:srgbClr val="15313A"/>
                </a:solidFill>
                <a:latin typeface="Arial"/>
                <a:ea typeface="Arial"/>
                <a:cs typeface="Arial"/>
              </a:defRPr>
            </a:lvl6pPr>
            <a:lvl7pPr algn="l">
              <a:defRPr sz="1950" b="0">
                <a:solidFill>
                  <a:srgbClr val="15313A"/>
                </a:solidFill>
                <a:latin typeface="Arial"/>
                <a:ea typeface="Arial"/>
                <a:cs typeface="Arial"/>
              </a:defRPr>
            </a:lvl7pPr>
            <a:lvl8pPr algn="l">
              <a:defRPr sz="1950" b="0">
                <a:solidFill>
                  <a:srgbClr val="15313A"/>
                </a:solidFill>
                <a:latin typeface="Arial"/>
                <a:ea typeface="Arial"/>
                <a:cs typeface="Arial"/>
              </a:defRPr>
            </a:lvl8pPr>
            <a:lvl9pPr algn="l">
              <a:defRPr sz="1950" b="0">
                <a:solidFill>
                  <a:srgbClr val="15313A"/>
                </a:solidFill>
                <a:latin typeface="Arial"/>
                <a:ea typeface="Arial"/>
                <a:cs typeface="Arial"/>
              </a:defRPr>
            </a:lvl9pPr>
          </a:lstStyle>
          <a:p xmlns:a="http://schemas.openxmlformats.org/drawingml/2006/main">
            <a:pPr algn="l">
              <a:lnSpc>
                <a:spcPct val="102000"/>
              </a:lnSpc>
              <a:buNone/>
              <a:defRPr sz="1950" b="0">
                <a:solidFill>
                  <a:srgbClr val="15313A"/>
                </a:solidFill>
                <a:latin typeface="Arial"/>
                <a:ea typeface="Arial"/>
                <a:cs typeface="Arial"/>
              </a:defRPr>
            </a:pPr>
            <a:r>
              <a:rPr sz="1950" b="0">
                <a:solidFill>
                  <a:srgbClr val="15313A"/>
                </a:solidFill>
                <a:latin typeface="Arial"/>
                <a:ea typeface="Arial"/>
                <a:cs typeface="Arial"/>
              </a:rPr>
              <a:t>Which features move together most strongly?</a:t>
            </a:r>
          </a:p>
        </p:txBody>
      </p:sp>
      <p:sp>
        <p:nvSpPr>
          <p:cNvPr id="7" name="">
            <a:extLst xmlns:a="http://schemas.openxmlformats.org/drawingml/2006/main">
              <a:ext uri="{FF2B5EF4-FFF2-40B4-BE49-F238E27FC236}">
                <a16:creationId xmlns:a16="http://schemas.microsoft.com/office/drawing/2014/main" id="{1428912D-E64D-4E40-9A9E-999D5CFFF03A}"/>
              </a:ext>
            </a:extLst>
          </p:cNvPr>
          <p:cNvSpPr>
            <a:spLocks xmlns:a="http://schemas.openxmlformats.org/drawingml/2006/main" noGrp="1"/>
          </p:cNvSpPr>
          <p:nvPr/>
        </p:nvSpPr>
        <p:spPr>
          <a:xfrm xmlns:a="http://schemas.openxmlformats.org/drawingml/2006/main">
            <a:off x="1952625" y="2571750"/>
            <a:ext cx="942975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FF3403-0135-4C29-B145-146048155328}"/>
              </a:ext>
            </a:extLst>
          </p:cNvPr>
          <p:cNvSpPr>
            <a:spLocks xmlns:a="http://schemas.openxmlformats.org/drawingml/2006/main" noGrp="1"/>
          </p:cNvSpPr>
          <p:nvPr/>
        </p:nvSpPr>
        <p:spPr>
          <a:xfrm xmlns:a="http://schemas.openxmlformats.org/drawingml/2006/main">
            <a:off x="781050" y="29527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F9A"/>
                </a:solidFill>
                <a:latin typeface="Arial"/>
                <a:ea typeface="Arial"/>
                <a:cs typeface="Arial"/>
              </a:defRPr>
            </a:defPPr>
            <a:lvl1pPr algn="l">
              <a:defRPr sz="1350" b="1">
                <a:solidFill>
                  <a:srgbClr val="009F9A"/>
                </a:solidFill>
                <a:latin typeface="Arial"/>
                <a:ea typeface="Arial"/>
                <a:cs typeface="Arial"/>
              </a:defRPr>
            </a:lvl1pPr>
            <a:lvl2pPr algn="l">
              <a:defRPr sz="1350" b="1">
                <a:solidFill>
                  <a:srgbClr val="009F9A"/>
                </a:solidFill>
                <a:latin typeface="Arial"/>
                <a:ea typeface="Arial"/>
                <a:cs typeface="Arial"/>
              </a:defRPr>
            </a:lvl2pPr>
            <a:lvl3pPr algn="l">
              <a:defRPr sz="1350" b="1">
                <a:solidFill>
                  <a:srgbClr val="009F9A"/>
                </a:solidFill>
                <a:latin typeface="Arial"/>
                <a:ea typeface="Arial"/>
                <a:cs typeface="Arial"/>
              </a:defRPr>
            </a:lvl3pPr>
            <a:lvl4pPr algn="l">
              <a:defRPr sz="1350" b="1">
                <a:solidFill>
                  <a:srgbClr val="009F9A"/>
                </a:solidFill>
                <a:latin typeface="Arial"/>
                <a:ea typeface="Arial"/>
                <a:cs typeface="Arial"/>
              </a:defRPr>
            </a:lvl4pPr>
            <a:lvl5pPr algn="l">
              <a:defRPr sz="1350" b="1">
                <a:solidFill>
                  <a:srgbClr val="009F9A"/>
                </a:solidFill>
                <a:latin typeface="Arial"/>
                <a:ea typeface="Arial"/>
                <a:cs typeface="Arial"/>
              </a:defRPr>
            </a:lvl5pPr>
            <a:lvl6pPr algn="l">
              <a:defRPr sz="1350" b="1">
                <a:solidFill>
                  <a:srgbClr val="009F9A"/>
                </a:solidFill>
                <a:latin typeface="Arial"/>
                <a:ea typeface="Arial"/>
                <a:cs typeface="Arial"/>
              </a:defRPr>
            </a:lvl6pPr>
            <a:lvl7pPr algn="l">
              <a:defRPr sz="1350" b="1">
                <a:solidFill>
                  <a:srgbClr val="009F9A"/>
                </a:solidFill>
                <a:latin typeface="Arial"/>
                <a:ea typeface="Arial"/>
                <a:cs typeface="Arial"/>
              </a:defRPr>
            </a:lvl7pPr>
            <a:lvl8pPr algn="l">
              <a:defRPr sz="1350" b="1">
                <a:solidFill>
                  <a:srgbClr val="009F9A"/>
                </a:solidFill>
                <a:latin typeface="Arial"/>
                <a:ea typeface="Arial"/>
                <a:cs typeface="Arial"/>
              </a:defRPr>
            </a:lvl8pPr>
            <a:lvl9pPr algn="l">
              <a:defRPr sz="1350" b="1">
                <a:solidFill>
                  <a:srgbClr val="009F9A"/>
                </a:solidFill>
                <a:latin typeface="Arial"/>
                <a:ea typeface="Arial"/>
                <a:cs typeface="Arial"/>
              </a:defRPr>
            </a:lvl9pPr>
          </a:lstStyle>
          <a:p xmlns:a="http://schemas.openxmlformats.org/drawingml/2006/main">
            <a:pPr algn="l">
              <a:lnSpc>
                <a:spcPct val="102000"/>
              </a:lnSpc>
              <a:buNone/>
              <a:defRPr sz="1350" b="1">
                <a:solidFill>
                  <a:srgbClr val="009F9A"/>
                </a:solidFill>
                <a:latin typeface="Arial"/>
                <a:ea typeface="Arial"/>
                <a:cs typeface="Arial"/>
              </a:defRPr>
            </a:pPr>
            <a:r>
              <a:rPr sz="1350" b="1">
                <a:solidFill>
                  <a:srgbClr val="009F9A"/>
                </a:solidFill>
                <a:latin typeface="Arial"/>
                <a:ea typeface="Arial"/>
                <a:cs typeface="Arial"/>
              </a:rPr>
              <a:t>RQ 2</a:t>
            </a:r>
          </a:p>
        </p:txBody>
      </p:sp>
      <p:sp>
        <p:nvSpPr>
          <p:cNvPr id="9" name="">
            <a:extLst xmlns:a="http://schemas.openxmlformats.org/drawingml/2006/main">
              <a:ext uri="{FF2B5EF4-FFF2-40B4-BE49-F238E27FC236}">
                <a16:creationId xmlns:a16="http://schemas.microsoft.com/office/drawing/2014/main" id="{7C6F4AB8-517C-435B-AA85-1BEAB0974D62}"/>
              </a:ext>
            </a:extLst>
          </p:cNvPr>
          <p:cNvSpPr>
            <a:spLocks xmlns:a="http://schemas.openxmlformats.org/drawingml/2006/main" noGrp="1"/>
          </p:cNvSpPr>
          <p:nvPr/>
        </p:nvSpPr>
        <p:spPr>
          <a:xfrm xmlns:a="http://schemas.openxmlformats.org/drawingml/2006/main">
            <a:off x="1952625" y="2905125"/>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313A"/>
                </a:solidFill>
                <a:latin typeface="Arial"/>
                <a:ea typeface="Arial"/>
                <a:cs typeface="Arial"/>
              </a:defRPr>
            </a:defPPr>
            <a:lvl1pPr algn="l">
              <a:defRPr sz="1950" b="1">
                <a:solidFill>
                  <a:srgbClr val="15313A"/>
                </a:solidFill>
                <a:latin typeface="Arial"/>
                <a:ea typeface="Arial"/>
                <a:cs typeface="Arial"/>
              </a:defRPr>
            </a:lvl1pPr>
            <a:lvl2pPr algn="l">
              <a:defRPr sz="1950" b="1">
                <a:solidFill>
                  <a:srgbClr val="15313A"/>
                </a:solidFill>
                <a:latin typeface="Arial"/>
                <a:ea typeface="Arial"/>
                <a:cs typeface="Arial"/>
              </a:defRPr>
            </a:lvl2pPr>
            <a:lvl3pPr algn="l">
              <a:defRPr sz="1950" b="1">
                <a:solidFill>
                  <a:srgbClr val="15313A"/>
                </a:solidFill>
                <a:latin typeface="Arial"/>
                <a:ea typeface="Arial"/>
                <a:cs typeface="Arial"/>
              </a:defRPr>
            </a:lvl3pPr>
            <a:lvl4pPr algn="l">
              <a:defRPr sz="1950" b="1">
                <a:solidFill>
                  <a:srgbClr val="15313A"/>
                </a:solidFill>
                <a:latin typeface="Arial"/>
                <a:ea typeface="Arial"/>
                <a:cs typeface="Arial"/>
              </a:defRPr>
            </a:lvl4pPr>
            <a:lvl5pPr algn="l">
              <a:defRPr sz="1950" b="1">
                <a:solidFill>
                  <a:srgbClr val="15313A"/>
                </a:solidFill>
                <a:latin typeface="Arial"/>
                <a:ea typeface="Arial"/>
                <a:cs typeface="Arial"/>
              </a:defRPr>
            </a:lvl5pPr>
            <a:lvl6pPr algn="l">
              <a:defRPr sz="1950" b="1">
                <a:solidFill>
                  <a:srgbClr val="15313A"/>
                </a:solidFill>
                <a:latin typeface="Arial"/>
                <a:ea typeface="Arial"/>
                <a:cs typeface="Arial"/>
              </a:defRPr>
            </a:lvl6pPr>
            <a:lvl7pPr algn="l">
              <a:defRPr sz="1950" b="1">
                <a:solidFill>
                  <a:srgbClr val="15313A"/>
                </a:solidFill>
                <a:latin typeface="Arial"/>
                <a:ea typeface="Arial"/>
                <a:cs typeface="Arial"/>
              </a:defRPr>
            </a:lvl7pPr>
            <a:lvl8pPr algn="l">
              <a:defRPr sz="1950" b="1">
                <a:solidFill>
                  <a:srgbClr val="15313A"/>
                </a:solidFill>
                <a:latin typeface="Arial"/>
                <a:ea typeface="Arial"/>
                <a:cs typeface="Arial"/>
              </a:defRPr>
            </a:lvl8pPr>
            <a:lvl9pPr algn="l">
              <a:defRPr sz="1950" b="1">
                <a:solidFill>
                  <a:srgbClr val="15313A"/>
                </a:solidFill>
                <a:latin typeface="Arial"/>
                <a:ea typeface="Arial"/>
                <a:cs typeface="Arial"/>
              </a:defRPr>
            </a:lvl9pPr>
          </a:lstStyle>
          <a:p xmlns:a="http://schemas.openxmlformats.org/drawingml/2006/main">
            <a:pPr algn="l">
              <a:lnSpc>
                <a:spcPct val="102000"/>
              </a:lnSpc>
              <a:buNone/>
              <a:defRPr sz="1950" b="1">
                <a:solidFill>
                  <a:srgbClr val="15313A"/>
                </a:solidFill>
                <a:latin typeface="Arial"/>
                <a:ea typeface="Arial"/>
                <a:cs typeface="Arial"/>
              </a:defRPr>
            </a:pPr>
            <a:r>
              <a:rPr sz="1950" b="1">
                <a:solidFill>
                  <a:srgbClr val="15313A"/>
                </a:solidFill>
                <a:latin typeface="Arial"/>
                <a:ea typeface="Arial"/>
                <a:cs typeface="Arial"/>
              </a:rPr>
              <a:t>Which features are most associated with reported diabetes?</a:t>
            </a:r>
          </a:p>
        </p:txBody>
      </p:sp>
      <p:sp>
        <p:nvSpPr>
          <p:cNvPr id="10" name="">
            <a:extLst xmlns:a="http://schemas.openxmlformats.org/drawingml/2006/main">
              <a:ext uri="{FF2B5EF4-FFF2-40B4-BE49-F238E27FC236}">
                <a16:creationId xmlns:a16="http://schemas.microsoft.com/office/drawing/2014/main" id="{45BB61D1-D992-4AE1-B561-857AE7BC066D}"/>
              </a:ext>
            </a:extLst>
          </p:cNvPr>
          <p:cNvSpPr>
            <a:spLocks xmlns:a="http://schemas.openxmlformats.org/drawingml/2006/main" noGrp="1"/>
          </p:cNvSpPr>
          <p:nvPr/>
        </p:nvSpPr>
        <p:spPr>
          <a:xfrm xmlns:a="http://schemas.openxmlformats.org/drawingml/2006/main">
            <a:off x="1952625" y="3514725"/>
            <a:ext cx="942975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E87260A-6CE7-4AB5-8812-F5FC03812A89}"/>
              </a:ext>
            </a:extLst>
          </p:cNvPr>
          <p:cNvSpPr>
            <a:spLocks xmlns:a="http://schemas.openxmlformats.org/drawingml/2006/main" noGrp="1"/>
          </p:cNvSpPr>
          <p:nvPr/>
        </p:nvSpPr>
        <p:spPr>
          <a:xfrm xmlns:a="http://schemas.openxmlformats.org/drawingml/2006/main">
            <a:off x="781050" y="3895725"/>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F9A"/>
                </a:solidFill>
                <a:latin typeface="Arial"/>
                <a:ea typeface="Arial"/>
                <a:cs typeface="Arial"/>
              </a:defRPr>
            </a:defPPr>
            <a:lvl1pPr algn="l">
              <a:defRPr sz="1350" b="1">
                <a:solidFill>
                  <a:srgbClr val="009F9A"/>
                </a:solidFill>
                <a:latin typeface="Arial"/>
                <a:ea typeface="Arial"/>
                <a:cs typeface="Arial"/>
              </a:defRPr>
            </a:lvl1pPr>
            <a:lvl2pPr algn="l">
              <a:defRPr sz="1350" b="1">
                <a:solidFill>
                  <a:srgbClr val="009F9A"/>
                </a:solidFill>
                <a:latin typeface="Arial"/>
                <a:ea typeface="Arial"/>
                <a:cs typeface="Arial"/>
              </a:defRPr>
            </a:lvl2pPr>
            <a:lvl3pPr algn="l">
              <a:defRPr sz="1350" b="1">
                <a:solidFill>
                  <a:srgbClr val="009F9A"/>
                </a:solidFill>
                <a:latin typeface="Arial"/>
                <a:ea typeface="Arial"/>
                <a:cs typeface="Arial"/>
              </a:defRPr>
            </a:lvl3pPr>
            <a:lvl4pPr algn="l">
              <a:defRPr sz="1350" b="1">
                <a:solidFill>
                  <a:srgbClr val="009F9A"/>
                </a:solidFill>
                <a:latin typeface="Arial"/>
                <a:ea typeface="Arial"/>
                <a:cs typeface="Arial"/>
              </a:defRPr>
            </a:lvl4pPr>
            <a:lvl5pPr algn="l">
              <a:defRPr sz="1350" b="1">
                <a:solidFill>
                  <a:srgbClr val="009F9A"/>
                </a:solidFill>
                <a:latin typeface="Arial"/>
                <a:ea typeface="Arial"/>
                <a:cs typeface="Arial"/>
              </a:defRPr>
            </a:lvl5pPr>
            <a:lvl6pPr algn="l">
              <a:defRPr sz="1350" b="1">
                <a:solidFill>
                  <a:srgbClr val="009F9A"/>
                </a:solidFill>
                <a:latin typeface="Arial"/>
                <a:ea typeface="Arial"/>
                <a:cs typeface="Arial"/>
              </a:defRPr>
            </a:lvl6pPr>
            <a:lvl7pPr algn="l">
              <a:defRPr sz="1350" b="1">
                <a:solidFill>
                  <a:srgbClr val="009F9A"/>
                </a:solidFill>
                <a:latin typeface="Arial"/>
                <a:ea typeface="Arial"/>
                <a:cs typeface="Arial"/>
              </a:defRPr>
            </a:lvl7pPr>
            <a:lvl8pPr algn="l">
              <a:defRPr sz="1350" b="1">
                <a:solidFill>
                  <a:srgbClr val="009F9A"/>
                </a:solidFill>
                <a:latin typeface="Arial"/>
                <a:ea typeface="Arial"/>
                <a:cs typeface="Arial"/>
              </a:defRPr>
            </a:lvl8pPr>
            <a:lvl9pPr algn="l">
              <a:defRPr sz="1350" b="1">
                <a:solidFill>
                  <a:srgbClr val="009F9A"/>
                </a:solidFill>
                <a:latin typeface="Arial"/>
                <a:ea typeface="Arial"/>
                <a:cs typeface="Arial"/>
              </a:defRPr>
            </a:lvl9pPr>
          </a:lstStyle>
          <a:p xmlns:a="http://schemas.openxmlformats.org/drawingml/2006/main">
            <a:pPr algn="l">
              <a:lnSpc>
                <a:spcPct val="102000"/>
              </a:lnSpc>
              <a:buNone/>
              <a:defRPr sz="1350" b="1">
                <a:solidFill>
                  <a:srgbClr val="009F9A"/>
                </a:solidFill>
                <a:latin typeface="Arial"/>
                <a:ea typeface="Arial"/>
                <a:cs typeface="Arial"/>
              </a:defRPr>
            </a:pPr>
            <a:r>
              <a:rPr sz="1350" b="1">
                <a:solidFill>
                  <a:srgbClr val="009F9A"/>
                </a:solidFill>
                <a:latin typeface="Arial"/>
                <a:ea typeface="Arial"/>
                <a:cs typeface="Arial"/>
              </a:rPr>
              <a:t>RQ 3</a:t>
            </a:r>
          </a:p>
        </p:txBody>
      </p:sp>
      <p:sp>
        <p:nvSpPr>
          <p:cNvPr id="12" name="">
            <a:extLst xmlns:a="http://schemas.openxmlformats.org/drawingml/2006/main">
              <a:ext uri="{FF2B5EF4-FFF2-40B4-BE49-F238E27FC236}">
                <a16:creationId xmlns:a16="http://schemas.microsoft.com/office/drawing/2014/main" id="{B6525B14-15DE-4FFA-93BE-48BF2CD04E2A}"/>
              </a:ext>
            </a:extLst>
          </p:cNvPr>
          <p:cNvSpPr>
            <a:spLocks xmlns:a="http://schemas.openxmlformats.org/drawingml/2006/main" noGrp="1"/>
          </p:cNvSpPr>
          <p:nvPr/>
        </p:nvSpPr>
        <p:spPr>
          <a:xfrm xmlns:a="http://schemas.openxmlformats.org/drawingml/2006/main">
            <a:off x="1952625" y="384810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5313A"/>
                </a:solidFill>
                <a:latin typeface="Arial"/>
                <a:ea typeface="Arial"/>
                <a:cs typeface="Arial"/>
              </a:defRPr>
            </a:defPPr>
            <a:lvl1pPr algn="l">
              <a:defRPr sz="1950" b="0">
                <a:solidFill>
                  <a:srgbClr val="15313A"/>
                </a:solidFill>
                <a:latin typeface="Arial"/>
                <a:ea typeface="Arial"/>
                <a:cs typeface="Arial"/>
              </a:defRPr>
            </a:lvl1pPr>
            <a:lvl2pPr algn="l">
              <a:defRPr sz="1950" b="0">
                <a:solidFill>
                  <a:srgbClr val="15313A"/>
                </a:solidFill>
                <a:latin typeface="Arial"/>
                <a:ea typeface="Arial"/>
                <a:cs typeface="Arial"/>
              </a:defRPr>
            </a:lvl2pPr>
            <a:lvl3pPr algn="l">
              <a:defRPr sz="1950" b="0">
                <a:solidFill>
                  <a:srgbClr val="15313A"/>
                </a:solidFill>
                <a:latin typeface="Arial"/>
                <a:ea typeface="Arial"/>
                <a:cs typeface="Arial"/>
              </a:defRPr>
            </a:lvl3pPr>
            <a:lvl4pPr algn="l">
              <a:defRPr sz="1950" b="0">
                <a:solidFill>
                  <a:srgbClr val="15313A"/>
                </a:solidFill>
                <a:latin typeface="Arial"/>
                <a:ea typeface="Arial"/>
                <a:cs typeface="Arial"/>
              </a:defRPr>
            </a:lvl4pPr>
            <a:lvl5pPr algn="l">
              <a:defRPr sz="1950" b="0">
                <a:solidFill>
                  <a:srgbClr val="15313A"/>
                </a:solidFill>
                <a:latin typeface="Arial"/>
                <a:ea typeface="Arial"/>
                <a:cs typeface="Arial"/>
              </a:defRPr>
            </a:lvl5pPr>
            <a:lvl6pPr algn="l">
              <a:defRPr sz="1950" b="0">
                <a:solidFill>
                  <a:srgbClr val="15313A"/>
                </a:solidFill>
                <a:latin typeface="Arial"/>
                <a:ea typeface="Arial"/>
                <a:cs typeface="Arial"/>
              </a:defRPr>
            </a:lvl6pPr>
            <a:lvl7pPr algn="l">
              <a:defRPr sz="1950" b="0">
                <a:solidFill>
                  <a:srgbClr val="15313A"/>
                </a:solidFill>
                <a:latin typeface="Arial"/>
                <a:ea typeface="Arial"/>
                <a:cs typeface="Arial"/>
              </a:defRPr>
            </a:lvl7pPr>
            <a:lvl8pPr algn="l">
              <a:defRPr sz="1950" b="0">
                <a:solidFill>
                  <a:srgbClr val="15313A"/>
                </a:solidFill>
                <a:latin typeface="Arial"/>
                <a:ea typeface="Arial"/>
                <a:cs typeface="Arial"/>
              </a:defRPr>
            </a:lvl8pPr>
            <a:lvl9pPr algn="l">
              <a:defRPr sz="1950" b="0">
                <a:solidFill>
                  <a:srgbClr val="15313A"/>
                </a:solidFill>
                <a:latin typeface="Arial"/>
                <a:ea typeface="Arial"/>
                <a:cs typeface="Arial"/>
              </a:defRPr>
            </a:lvl9pPr>
          </a:lstStyle>
          <a:p xmlns:a="http://schemas.openxmlformats.org/drawingml/2006/main">
            <a:pPr algn="l">
              <a:lnSpc>
                <a:spcPct val="102000"/>
              </a:lnSpc>
              <a:buNone/>
              <a:defRPr sz="1950" b="0">
                <a:solidFill>
                  <a:srgbClr val="15313A"/>
                </a:solidFill>
                <a:latin typeface="Arial"/>
                <a:ea typeface="Arial"/>
                <a:cs typeface="Arial"/>
              </a:defRPr>
            </a:pPr>
            <a:r>
              <a:rPr sz="1950" b="0">
                <a:solidFill>
                  <a:srgbClr val="15313A"/>
                </a:solidFill>
                <a:latin typeface="Arial"/>
                <a:ea typeface="Arial"/>
                <a:cs typeface="Arial"/>
              </a:rPr>
              <a:t>How do rates vary across age, health, BMI and income groups?</a:t>
            </a:r>
          </a:p>
        </p:txBody>
      </p:sp>
      <p:sp>
        <p:nvSpPr>
          <p:cNvPr id="13" name="">
            <a:extLst xmlns:a="http://schemas.openxmlformats.org/drawingml/2006/main">
              <a:ext uri="{FF2B5EF4-FFF2-40B4-BE49-F238E27FC236}">
                <a16:creationId xmlns:a16="http://schemas.microsoft.com/office/drawing/2014/main" id="{28B59A41-9535-492A-ACD7-2395E1E81DE1}"/>
              </a:ext>
            </a:extLst>
          </p:cNvPr>
          <p:cNvSpPr>
            <a:spLocks xmlns:a="http://schemas.openxmlformats.org/drawingml/2006/main" noGrp="1"/>
          </p:cNvSpPr>
          <p:nvPr/>
        </p:nvSpPr>
        <p:spPr>
          <a:xfrm xmlns:a="http://schemas.openxmlformats.org/drawingml/2006/main">
            <a:off x="1952625" y="4457700"/>
            <a:ext cx="942975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00A605-7D3C-4CB1-89B4-83F90C442C42}"/>
              </a:ext>
            </a:extLst>
          </p:cNvPr>
          <p:cNvSpPr>
            <a:spLocks xmlns:a="http://schemas.openxmlformats.org/drawingml/2006/main" noGrp="1"/>
          </p:cNvSpPr>
          <p:nvPr/>
        </p:nvSpPr>
        <p:spPr>
          <a:xfrm xmlns:a="http://schemas.openxmlformats.org/drawingml/2006/main">
            <a:off x="781050" y="483870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F9A"/>
                </a:solidFill>
                <a:latin typeface="Arial"/>
                <a:ea typeface="Arial"/>
                <a:cs typeface="Arial"/>
              </a:defRPr>
            </a:defPPr>
            <a:lvl1pPr algn="l">
              <a:defRPr sz="1350" b="1">
                <a:solidFill>
                  <a:srgbClr val="009F9A"/>
                </a:solidFill>
                <a:latin typeface="Arial"/>
                <a:ea typeface="Arial"/>
                <a:cs typeface="Arial"/>
              </a:defRPr>
            </a:lvl1pPr>
            <a:lvl2pPr algn="l">
              <a:defRPr sz="1350" b="1">
                <a:solidFill>
                  <a:srgbClr val="009F9A"/>
                </a:solidFill>
                <a:latin typeface="Arial"/>
                <a:ea typeface="Arial"/>
                <a:cs typeface="Arial"/>
              </a:defRPr>
            </a:lvl2pPr>
            <a:lvl3pPr algn="l">
              <a:defRPr sz="1350" b="1">
                <a:solidFill>
                  <a:srgbClr val="009F9A"/>
                </a:solidFill>
                <a:latin typeface="Arial"/>
                <a:ea typeface="Arial"/>
                <a:cs typeface="Arial"/>
              </a:defRPr>
            </a:lvl3pPr>
            <a:lvl4pPr algn="l">
              <a:defRPr sz="1350" b="1">
                <a:solidFill>
                  <a:srgbClr val="009F9A"/>
                </a:solidFill>
                <a:latin typeface="Arial"/>
                <a:ea typeface="Arial"/>
                <a:cs typeface="Arial"/>
              </a:defRPr>
            </a:lvl4pPr>
            <a:lvl5pPr algn="l">
              <a:defRPr sz="1350" b="1">
                <a:solidFill>
                  <a:srgbClr val="009F9A"/>
                </a:solidFill>
                <a:latin typeface="Arial"/>
                <a:ea typeface="Arial"/>
                <a:cs typeface="Arial"/>
              </a:defRPr>
            </a:lvl5pPr>
            <a:lvl6pPr algn="l">
              <a:defRPr sz="1350" b="1">
                <a:solidFill>
                  <a:srgbClr val="009F9A"/>
                </a:solidFill>
                <a:latin typeface="Arial"/>
                <a:ea typeface="Arial"/>
                <a:cs typeface="Arial"/>
              </a:defRPr>
            </a:lvl6pPr>
            <a:lvl7pPr algn="l">
              <a:defRPr sz="1350" b="1">
                <a:solidFill>
                  <a:srgbClr val="009F9A"/>
                </a:solidFill>
                <a:latin typeface="Arial"/>
                <a:ea typeface="Arial"/>
                <a:cs typeface="Arial"/>
              </a:defRPr>
            </a:lvl7pPr>
            <a:lvl8pPr algn="l">
              <a:defRPr sz="1350" b="1">
                <a:solidFill>
                  <a:srgbClr val="009F9A"/>
                </a:solidFill>
                <a:latin typeface="Arial"/>
                <a:ea typeface="Arial"/>
                <a:cs typeface="Arial"/>
              </a:defRPr>
            </a:lvl8pPr>
            <a:lvl9pPr algn="l">
              <a:defRPr sz="1350" b="1">
                <a:solidFill>
                  <a:srgbClr val="009F9A"/>
                </a:solidFill>
                <a:latin typeface="Arial"/>
                <a:ea typeface="Arial"/>
                <a:cs typeface="Arial"/>
              </a:defRPr>
            </a:lvl9pPr>
          </a:lstStyle>
          <a:p xmlns:a="http://schemas.openxmlformats.org/drawingml/2006/main">
            <a:pPr algn="l">
              <a:lnSpc>
                <a:spcPct val="102000"/>
              </a:lnSpc>
              <a:buNone/>
              <a:defRPr sz="1350" b="1">
                <a:solidFill>
                  <a:srgbClr val="009F9A"/>
                </a:solidFill>
                <a:latin typeface="Arial"/>
                <a:ea typeface="Arial"/>
                <a:cs typeface="Arial"/>
              </a:defRPr>
            </a:pPr>
            <a:r>
              <a:rPr sz="1350" b="1">
                <a:solidFill>
                  <a:srgbClr val="009F9A"/>
                </a:solidFill>
                <a:latin typeface="Arial"/>
                <a:ea typeface="Arial"/>
                <a:cs typeface="Arial"/>
              </a:rPr>
              <a:t>RQ 4</a:t>
            </a:r>
          </a:p>
        </p:txBody>
      </p:sp>
      <p:sp>
        <p:nvSpPr>
          <p:cNvPr id="15" name="">
            <a:extLst xmlns:a="http://schemas.openxmlformats.org/drawingml/2006/main">
              <a:ext uri="{FF2B5EF4-FFF2-40B4-BE49-F238E27FC236}">
                <a16:creationId xmlns:a16="http://schemas.microsoft.com/office/drawing/2014/main" id="{D49EB24D-FF68-4B79-BDE4-176DC86DED15}"/>
              </a:ext>
            </a:extLst>
          </p:cNvPr>
          <p:cNvSpPr>
            <a:spLocks xmlns:a="http://schemas.openxmlformats.org/drawingml/2006/main" noGrp="1"/>
          </p:cNvSpPr>
          <p:nvPr/>
        </p:nvSpPr>
        <p:spPr>
          <a:xfrm xmlns:a="http://schemas.openxmlformats.org/drawingml/2006/main">
            <a:off x="1952625" y="4791075"/>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5313A"/>
                </a:solidFill>
                <a:latin typeface="Arial"/>
                <a:ea typeface="Arial"/>
                <a:cs typeface="Arial"/>
              </a:defRPr>
            </a:defPPr>
            <a:lvl1pPr algn="l">
              <a:defRPr sz="1950" b="0">
                <a:solidFill>
                  <a:srgbClr val="15313A"/>
                </a:solidFill>
                <a:latin typeface="Arial"/>
                <a:ea typeface="Arial"/>
                <a:cs typeface="Arial"/>
              </a:defRPr>
            </a:lvl1pPr>
            <a:lvl2pPr algn="l">
              <a:defRPr sz="1950" b="0">
                <a:solidFill>
                  <a:srgbClr val="15313A"/>
                </a:solidFill>
                <a:latin typeface="Arial"/>
                <a:ea typeface="Arial"/>
                <a:cs typeface="Arial"/>
              </a:defRPr>
            </a:lvl2pPr>
            <a:lvl3pPr algn="l">
              <a:defRPr sz="1950" b="0">
                <a:solidFill>
                  <a:srgbClr val="15313A"/>
                </a:solidFill>
                <a:latin typeface="Arial"/>
                <a:ea typeface="Arial"/>
                <a:cs typeface="Arial"/>
              </a:defRPr>
            </a:lvl3pPr>
            <a:lvl4pPr algn="l">
              <a:defRPr sz="1950" b="0">
                <a:solidFill>
                  <a:srgbClr val="15313A"/>
                </a:solidFill>
                <a:latin typeface="Arial"/>
                <a:ea typeface="Arial"/>
                <a:cs typeface="Arial"/>
              </a:defRPr>
            </a:lvl4pPr>
            <a:lvl5pPr algn="l">
              <a:defRPr sz="1950" b="0">
                <a:solidFill>
                  <a:srgbClr val="15313A"/>
                </a:solidFill>
                <a:latin typeface="Arial"/>
                <a:ea typeface="Arial"/>
                <a:cs typeface="Arial"/>
              </a:defRPr>
            </a:lvl5pPr>
            <a:lvl6pPr algn="l">
              <a:defRPr sz="1950" b="0">
                <a:solidFill>
                  <a:srgbClr val="15313A"/>
                </a:solidFill>
                <a:latin typeface="Arial"/>
                <a:ea typeface="Arial"/>
                <a:cs typeface="Arial"/>
              </a:defRPr>
            </a:lvl6pPr>
            <a:lvl7pPr algn="l">
              <a:defRPr sz="1950" b="0">
                <a:solidFill>
                  <a:srgbClr val="15313A"/>
                </a:solidFill>
                <a:latin typeface="Arial"/>
                <a:ea typeface="Arial"/>
                <a:cs typeface="Arial"/>
              </a:defRPr>
            </a:lvl7pPr>
            <a:lvl8pPr algn="l">
              <a:defRPr sz="1950" b="0">
                <a:solidFill>
                  <a:srgbClr val="15313A"/>
                </a:solidFill>
                <a:latin typeface="Arial"/>
                <a:ea typeface="Arial"/>
                <a:cs typeface="Arial"/>
              </a:defRPr>
            </a:lvl8pPr>
            <a:lvl9pPr algn="l">
              <a:defRPr sz="1950" b="0">
                <a:solidFill>
                  <a:srgbClr val="15313A"/>
                </a:solidFill>
                <a:latin typeface="Arial"/>
                <a:ea typeface="Arial"/>
                <a:cs typeface="Arial"/>
              </a:defRPr>
            </a:lvl9pPr>
          </a:lstStyle>
          <a:p xmlns:a="http://schemas.openxmlformats.org/drawingml/2006/main">
            <a:pPr algn="l">
              <a:lnSpc>
                <a:spcPct val="102000"/>
              </a:lnSpc>
              <a:buNone/>
              <a:defRPr sz="1950" b="0">
                <a:solidFill>
                  <a:srgbClr val="15313A"/>
                </a:solidFill>
                <a:latin typeface="Arial"/>
                <a:ea typeface="Arial"/>
                <a:cs typeface="Arial"/>
              </a:defRPr>
            </a:pPr>
            <a:r>
              <a:rPr sz="1950" b="0">
                <a:solidFill>
                  <a:srgbClr val="15313A"/>
                </a:solidFill>
                <a:latin typeface="Arial"/>
                <a:ea typeface="Arial"/>
                <a:cs typeface="Arial"/>
              </a:rPr>
              <a:t>Do lifestyle indicators show a clear relationship with reported diabetes?</a:t>
            </a:r>
          </a:p>
        </p:txBody>
      </p:sp>
      <p:sp>
        <p:nvSpPr>
          <p:cNvPr id="16" name="">
            <a:extLst xmlns:a="http://schemas.openxmlformats.org/drawingml/2006/main">
              <a:ext uri="{FF2B5EF4-FFF2-40B4-BE49-F238E27FC236}">
                <a16:creationId xmlns:a16="http://schemas.microsoft.com/office/drawing/2014/main" id="{27CF160D-1571-4CC8-8580-8644E9A5FDFD}"/>
              </a:ext>
            </a:extLst>
          </p:cNvPr>
          <p:cNvSpPr>
            <a:spLocks xmlns:a="http://schemas.openxmlformats.org/drawingml/2006/main" noGrp="1"/>
          </p:cNvSpPr>
          <p:nvPr/>
        </p:nvSpPr>
        <p:spPr>
          <a:xfrm xmlns:a="http://schemas.openxmlformats.org/drawingml/2006/main">
            <a:off x="781050" y="59055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EDA examined 21 candidate indicators; the app’s final M1 uses 14.</a:t>
            </a:r>
          </a:p>
        </p:txBody>
      </p:sp>
      <p:sp>
        <p:nvSpPr>
          <p:cNvPr id="17" name="">
            <a:extLst xmlns:a="http://schemas.openxmlformats.org/drawingml/2006/main">
              <a:ext uri="{FF2B5EF4-FFF2-40B4-BE49-F238E27FC236}">
                <a16:creationId xmlns:a16="http://schemas.microsoft.com/office/drawing/2014/main" id="{7A2E8DF3-0B9F-4B29-B791-948D6F6F6CC9}"/>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notebooks/04_eda&amp;stats/03_eda.ipynb</a:t>
            </a:r>
          </a:p>
        </p:txBody>
      </p:sp>
      <p:sp>
        <p:nvSpPr>
          <p:cNvPr id="18" name="">
            <a:extLst xmlns:a="http://schemas.openxmlformats.org/drawingml/2006/main">
              <a:ext uri="{FF2B5EF4-FFF2-40B4-BE49-F238E27FC236}">
                <a16:creationId xmlns:a16="http://schemas.microsoft.com/office/drawing/2014/main" id="{CE8D6FED-1051-4588-A857-AB4FFB42C2FB}"/>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04 / 10</a:t>
            </a:r>
          </a:p>
        </p:txBody>
      </p:sp>
    </p:spTree>
    <p:extLst>
      <p:ext uri="{BB962C8B-B14F-4D97-AF65-F5344CB8AC3E}">
        <p14:creationId xmlns:p14="http://schemas.microsoft.com/office/powerpoint/2010/main" val="9455723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1BF467-9DAD-4AF8-AF2C-6CE325643FF3}"/>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WHAT · WHAT WE FOUND</a:t>
            </a:r>
          </a:p>
        </p:txBody>
      </p:sp>
      <p:sp>
        <p:nvSpPr>
          <p:cNvPr id="2" name="">
            <a:extLst xmlns:a="http://schemas.openxmlformats.org/drawingml/2006/main">
              <a:ext uri="{FF2B5EF4-FFF2-40B4-BE49-F238E27FC236}">
                <a16:creationId xmlns:a16="http://schemas.microsoft.com/office/drawing/2014/main" id="{CF436B95-3987-482A-B7DA-67A5F2AF97F5}"/>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Health indicators showed stronger associations</a:t>
            </a:r>
          </a:p>
        </p:txBody>
      </p:sp>
      <p:sp>
        <p:nvSpPr>
          <p:cNvPr id="3" name="">
            <a:extLst xmlns:a="http://schemas.openxmlformats.org/drawingml/2006/main">
              <a:ext uri="{FF2B5EF4-FFF2-40B4-BE49-F238E27FC236}">
                <a16:creationId xmlns:a16="http://schemas.microsoft.com/office/drawing/2014/main" id="{CC5A5010-365E-4893-8F8A-8457AED78242}"/>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No single survey answer separated the classes. Correlations are descriptive.</a:t>
            </a:r>
          </a:p>
        </p:txBody>
      </p:sp>
      <p:sp>
        <p:nvSpPr>
          <p:cNvPr id="4" name="">
            <a:extLst xmlns:a="http://schemas.openxmlformats.org/drawingml/2006/main">
              <a:ext uri="{FF2B5EF4-FFF2-40B4-BE49-F238E27FC236}">
                <a16:creationId xmlns:a16="http://schemas.microsoft.com/office/drawing/2014/main" id="{5FF69394-8FE4-4F96-A44B-D39DB1003F5B}"/>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graphicFrame>
        <p:nvGraphicFramePr>
          <p:cNvPr id="5" name="Chart">
            <a:extLst xmlns:a="http://schemas.openxmlformats.org/drawingml/2006/main">
              <a:ext uri="{FF2B5EF4-FFF2-40B4-BE49-F238E27FC236}">
                <a16:creationId xmlns:a16="http://schemas.microsoft.com/office/drawing/2014/main" id="{D03F4581-8CB5-421C-979A-E56F153358FB}"/>
              </a:ext>
            </a:extLst>
          </p:cNvPr>
          <p:cNvGraphicFramePr/>
          <p:nvPr/>
        </p:nvGraphicFramePr>
        <p:xfrm>
          <a:off xmlns:a="http://schemas.openxmlformats.org/drawingml/2006/main" x="590550" y="1857375"/>
          <a:ext xmlns:a="http://schemas.openxmlformats.org/drawingml/2006/main" cx="7477125" cy="4048125"/>
        </p:xfrm>
        <a:graphic xmlns:a="http://schemas.openxmlformats.org/drawingml/2006/main">
          <a:graphicData uri="http://schemas.openxmlformats.org/drawingml/2006/chart">
            <c:chart xmlns:r="http://schemas.openxmlformats.org/officeDocument/2006/relationships" xmlns:c="http://schemas.openxmlformats.org/drawingml/2006/chart" r:id="R50c0be8c815b4411"/>
          </a:graphicData>
        </a:graphic>
      </p:graphicFrame>
      <p:sp>
        <p:nvSpPr>
          <p:cNvPr id="6" name="">
            <a:extLst xmlns:a="http://schemas.openxmlformats.org/drawingml/2006/main">
              <a:ext uri="{FF2B5EF4-FFF2-40B4-BE49-F238E27FC236}">
                <a16:creationId xmlns:a16="http://schemas.microsoft.com/office/drawing/2014/main" id="{A4B59FCA-81FE-4C9C-8FD5-7F4C98038669}"/>
              </a:ext>
            </a:extLst>
          </p:cNvPr>
          <p:cNvSpPr>
            <a:spLocks xmlns:a="http://schemas.openxmlformats.org/drawingml/2006/main" noGrp="1"/>
          </p:cNvSpPr>
          <p:nvPr/>
        </p:nvSpPr>
        <p:spPr>
          <a:xfrm xmlns:a="http://schemas.openxmlformats.org/drawingml/2006/main">
            <a:off x="685800" y="59055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C7077"/>
                </a:solidFill>
                <a:latin typeface="Arial"/>
                <a:ea typeface="Arial"/>
                <a:cs typeface="Arial"/>
              </a:defRPr>
            </a:defPPr>
            <a:lvl1pPr algn="l">
              <a:defRPr sz="1125" b="1">
                <a:solidFill>
                  <a:srgbClr val="5C7077"/>
                </a:solidFill>
                <a:latin typeface="Arial"/>
                <a:ea typeface="Arial"/>
                <a:cs typeface="Arial"/>
              </a:defRPr>
            </a:lvl1pPr>
            <a:lvl2pPr algn="l">
              <a:defRPr sz="1125" b="1">
                <a:solidFill>
                  <a:srgbClr val="5C7077"/>
                </a:solidFill>
                <a:latin typeface="Arial"/>
                <a:ea typeface="Arial"/>
                <a:cs typeface="Arial"/>
              </a:defRPr>
            </a:lvl2pPr>
            <a:lvl3pPr algn="l">
              <a:defRPr sz="1125" b="1">
                <a:solidFill>
                  <a:srgbClr val="5C7077"/>
                </a:solidFill>
                <a:latin typeface="Arial"/>
                <a:ea typeface="Arial"/>
                <a:cs typeface="Arial"/>
              </a:defRPr>
            </a:lvl3pPr>
            <a:lvl4pPr algn="l">
              <a:defRPr sz="1125" b="1">
                <a:solidFill>
                  <a:srgbClr val="5C7077"/>
                </a:solidFill>
                <a:latin typeface="Arial"/>
                <a:ea typeface="Arial"/>
                <a:cs typeface="Arial"/>
              </a:defRPr>
            </a:lvl4pPr>
            <a:lvl5pPr algn="l">
              <a:defRPr sz="1125" b="1">
                <a:solidFill>
                  <a:srgbClr val="5C7077"/>
                </a:solidFill>
                <a:latin typeface="Arial"/>
                <a:ea typeface="Arial"/>
                <a:cs typeface="Arial"/>
              </a:defRPr>
            </a:lvl5pPr>
            <a:lvl6pPr algn="l">
              <a:defRPr sz="1125" b="1">
                <a:solidFill>
                  <a:srgbClr val="5C7077"/>
                </a:solidFill>
                <a:latin typeface="Arial"/>
                <a:ea typeface="Arial"/>
                <a:cs typeface="Arial"/>
              </a:defRPr>
            </a:lvl6pPr>
            <a:lvl7pPr algn="l">
              <a:defRPr sz="1125" b="1">
                <a:solidFill>
                  <a:srgbClr val="5C7077"/>
                </a:solidFill>
                <a:latin typeface="Arial"/>
                <a:ea typeface="Arial"/>
                <a:cs typeface="Arial"/>
              </a:defRPr>
            </a:lvl7pPr>
            <a:lvl8pPr algn="l">
              <a:defRPr sz="1125" b="1">
                <a:solidFill>
                  <a:srgbClr val="5C7077"/>
                </a:solidFill>
                <a:latin typeface="Arial"/>
                <a:ea typeface="Arial"/>
                <a:cs typeface="Arial"/>
              </a:defRPr>
            </a:lvl8pPr>
            <a:lvl9pPr algn="l">
              <a:defRPr sz="1125" b="1">
                <a:solidFill>
                  <a:srgbClr val="5C7077"/>
                </a:solidFill>
                <a:latin typeface="Arial"/>
                <a:ea typeface="Arial"/>
                <a:cs typeface="Arial"/>
              </a:defRPr>
            </a:lvl9pPr>
          </a:lstStyle>
          <a:p xmlns:a="http://schemas.openxmlformats.org/drawingml/2006/main">
            <a:pPr algn="l">
              <a:lnSpc>
                <a:spcPct val="102000"/>
              </a:lnSpc>
              <a:buNone/>
              <a:defRPr sz="1125" b="1">
                <a:solidFill>
                  <a:srgbClr val="5C7077"/>
                </a:solidFill>
                <a:latin typeface="Arial"/>
                <a:ea typeface="Arial"/>
                <a:cs typeface="Arial"/>
              </a:defRPr>
            </a:pPr>
            <a:r>
              <a:rPr sz="1125" b="1">
                <a:solidFill>
                  <a:srgbClr val="5C7077"/>
                </a:solidFill>
                <a:latin typeface="Arial"/>
                <a:ea typeface="Arial"/>
                <a:cs typeface="Arial"/>
              </a:rPr>
              <a:t>Pearson correlation with Diabetes_binary</a:t>
            </a:r>
          </a:p>
        </p:txBody>
      </p:sp>
      <p:sp>
        <p:nvSpPr>
          <p:cNvPr id="7" name="">
            <a:extLst xmlns:a="http://schemas.openxmlformats.org/drawingml/2006/main">
              <a:ext uri="{FF2B5EF4-FFF2-40B4-BE49-F238E27FC236}">
                <a16:creationId xmlns:a16="http://schemas.microsoft.com/office/drawing/2014/main" id="{CD8DFBA8-ECA5-4193-ADE9-4BDF257D81FF}"/>
              </a:ext>
            </a:extLst>
          </p:cNvPr>
          <p:cNvSpPr>
            <a:spLocks xmlns:a="http://schemas.openxmlformats.org/drawingml/2006/main" noGrp="1"/>
          </p:cNvSpPr>
          <p:nvPr/>
        </p:nvSpPr>
        <p:spPr>
          <a:xfrm xmlns:a="http://schemas.openxmlformats.org/drawingml/2006/main">
            <a:off x="8296275" y="1952625"/>
            <a:ext cx="19050" cy="383857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E36CCA-8674-4ADD-85EB-94EDCE94152D}"/>
              </a:ext>
            </a:extLst>
          </p:cNvPr>
          <p:cNvSpPr>
            <a:spLocks xmlns:a="http://schemas.openxmlformats.org/drawingml/2006/main" noGrp="1"/>
          </p:cNvSpPr>
          <p:nvPr/>
        </p:nvSpPr>
        <p:spPr>
          <a:xfrm xmlns:a="http://schemas.openxmlformats.org/drawingml/2006/main">
            <a:off x="8582025" y="2076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009F9A"/>
                </a:solidFill>
                <a:latin typeface="Arial"/>
                <a:ea typeface="Arial"/>
                <a:cs typeface="Arial"/>
              </a:defRPr>
            </a:defPPr>
            <a:lvl1pPr algn="l">
              <a:defRPr sz="4125" b="1">
                <a:solidFill>
                  <a:srgbClr val="009F9A"/>
                </a:solidFill>
                <a:latin typeface="Arial"/>
                <a:ea typeface="Arial"/>
                <a:cs typeface="Arial"/>
              </a:defRPr>
            </a:lvl1pPr>
            <a:lvl2pPr algn="l">
              <a:defRPr sz="4125" b="1">
                <a:solidFill>
                  <a:srgbClr val="009F9A"/>
                </a:solidFill>
                <a:latin typeface="Arial"/>
                <a:ea typeface="Arial"/>
                <a:cs typeface="Arial"/>
              </a:defRPr>
            </a:lvl2pPr>
            <a:lvl3pPr algn="l">
              <a:defRPr sz="4125" b="1">
                <a:solidFill>
                  <a:srgbClr val="009F9A"/>
                </a:solidFill>
                <a:latin typeface="Arial"/>
                <a:ea typeface="Arial"/>
                <a:cs typeface="Arial"/>
              </a:defRPr>
            </a:lvl3pPr>
            <a:lvl4pPr algn="l">
              <a:defRPr sz="4125" b="1">
                <a:solidFill>
                  <a:srgbClr val="009F9A"/>
                </a:solidFill>
                <a:latin typeface="Arial"/>
                <a:ea typeface="Arial"/>
                <a:cs typeface="Arial"/>
              </a:defRPr>
            </a:lvl4pPr>
            <a:lvl5pPr algn="l">
              <a:defRPr sz="4125" b="1">
                <a:solidFill>
                  <a:srgbClr val="009F9A"/>
                </a:solidFill>
                <a:latin typeface="Arial"/>
                <a:ea typeface="Arial"/>
                <a:cs typeface="Arial"/>
              </a:defRPr>
            </a:lvl5pPr>
            <a:lvl6pPr algn="l">
              <a:defRPr sz="4125" b="1">
                <a:solidFill>
                  <a:srgbClr val="009F9A"/>
                </a:solidFill>
                <a:latin typeface="Arial"/>
                <a:ea typeface="Arial"/>
                <a:cs typeface="Arial"/>
              </a:defRPr>
            </a:lvl6pPr>
            <a:lvl7pPr algn="l">
              <a:defRPr sz="4125" b="1">
                <a:solidFill>
                  <a:srgbClr val="009F9A"/>
                </a:solidFill>
                <a:latin typeface="Arial"/>
                <a:ea typeface="Arial"/>
                <a:cs typeface="Arial"/>
              </a:defRPr>
            </a:lvl7pPr>
            <a:lvl8pPr algn="l">
              <a:defRPr sz="4125" b="1">
                <a:solidFill>
                  <a:srgbClr val="009F9A"/>
                </a:solidFill>
                <a:latin typeface="Arial"/>
                <a:ea typeface="Arial"/>
                <a:cs typeface="Arial"/>
              </a:defRPr>
            </a:lvl8pPr>
            <a:lvl9pPr algn="l">
              <a:defRPr sz="4125" b="1">
                <a:solidFill>
                  <a:srgbClr val="009F9A"/>
                </a:solidFill>
                <a:latin typeface="Arial"/>
                <a:ea typeface="Arial"/>
                <a:cs typeface="Arial"/>
              </a:defRPr>
            </a:lvl9pPr>
          </a:lstStyle>
          <a:p xmlns:a="http://schemas.openxmlformats.org/drawingml/2006/main">
            <a:pPr algn="l">
              <a:lnSpc>
                <a:spcPct val="102000"/>
              </a:lnSpc>
              <a:buNone/>
              <a:defRPr sz="4125" b="1">
                <a:solidFill>
                  <a:srgbClr val="009F9A"/>
                </a:solidFill>
                <a:latin typeface="Arial"/>
                <a:ea typeface="Arial"/>
                <a:cs typeface="Arial"/>
              </a:defRPr>
            </a:pPr>
            <a:r>
              <a:rPr sz="4125" b="1">
                <a:solidFill>
                  <a:srgbClr val="009F9A"/>
                </a:solidFill>
                <a:latin typeface="Arial"/>
                <a:ea typeface="Arial"/>
                <a:cs typeface="Arial"/>
              </a:rPr>
              <a:t>0.38</a:t>
            </a:r>
          </a:p>
        </p:txBody>
      </p:sp>
      <p:sp>
        <p:nvSpPr>
          <p:cNvPr id="9" name="">
            <a:extLst xmlns:a="http://schemas.openxmlformats.org/drawingml/2006/main">
              <a:ext uri="{FF2B5EF4-FFF2-40B4-BE49-F238E27FC236}">
                <a16:creationId xmlns:a16="http://schemas.microsoft.com/office/drawing/2014/main" id="{B0C2E496-1535-47E9-B0A1-68E204AF6F78}"/>
              </a:ext>
            </a:extLst>
          </p:cNvPr>
          <p:cNvSpPr>
            <a:spLocks xmlns:a="http://schemas.openxmlformats.org/drawingml/2006/main" noGrp="1"/>
          </p:cNvSpPr>
          <p:nvPr/>
        </p:nvSpPr>
        <p:spPr>
          <a:xfrm xmlns:a="http://schemas.openxmlformats.org/drawingml/2006/main">
            <a:off x="8582025" y="27146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13A"/>
                </a:solidFill>
                <a:latin typeface="Arial"/>
                <a:ea typeface="Arial"/>
                <a:cs typeface="Arial"/>
              </a:defRPr>
            </a:defPPr>
            <a:lvl1pPr algn="l">
              <a:defRPr sz="1725" b="1">
                <a:solidFill>
                  <a:srgbClr val="15313A"/>
                </a:solidFill>
                <a:latin typeface="Arial"/>
                <a:ea typeface="Arial"/>
                <a:cs typeface="Arial"/>
              </a:defRPr>
            </a:lvl1pPr>
            <a:lvl2pPr algn="l">
              <a:defRPr sz="1725" b="1">
                <a:solidFill>
                  <a:srgbClr val="15313A"/>
                </a:solidFill>
                <a:latin typeface="Arial"/>
                <a:ea typeface="Arial"/>
                <a:cs typeface="Arial"/>
              </a:defRPr>
            </a:lvl2pPr>
            <a:lvl3pPr algn="l">
              <a:defRPr sz="1725" b="1">
                <a:solidFill>
                  <a:srgbClr val="15313A"/>
                </a:solidFill>
                <a:latin typeface="Arial"/>
                <a:ea typeface="Arial"/>
                <a:cs typeface="Arial"/>
              </a:defRPr>
            </a:lvl3pPr>
            <a:lvl4pPr algn="l">
              <a:defRPr sz="1725" b="1">
                <a:solidFill>
                  <a:srgbClr val="15313A"/>
                </a:solidFill>
                <a:latin typeface="Arial"/>
                <a:ea typeface="Arial"/>
                <a:cs typeface="Arial"/>
              </a:defRPr>
            </a:lvl4pPr>
            <a:lvl5pPr algn="l">
              <a:defRPr sz="1725" b="1">
                <a:solidFill>
                  <a:srgbClr val="15313A"/>
                </a:solidFill>
                <a:latin typeface="Arial"/>
                <a:ea typeface="Arial"/>
                <a:cs typeface="Arial"/>
              </a:defRPr>
            </a:lvl5pPr>
            <a:lvl6pPr algn="l">
              <a:defRPr sz="1725" b="1">
                <a:solidFill>
                  <a:srgbClr val="15313A"/>
                </a:solidFill>
                <a:latin typeface="Arial"/>
                <a:ea typeface="Arial"/>
                <a:cs typeface="Arial"/>
              </a:defRPr>
            </a:lvl6pPr>
            <a:lvl7pPr algn="l">
              <a:defRPr sz="1725" b="1">
                <a:solidFill>
                  <a:srgbClr val="15313A"/>
                </a:solidFill>
                <a:latin typeface="Arial"/>
                <a:ea typeface="Arial"/>
                <a:cs typeface="Arial"/>
              </a:defRPr>
            </a:lvl7pPr>
            <a:lvl8pPr algn="l">
              <a:defRPr sz="1725" b="1">
                <a:solidFill>
                  <a:srgbClr val="15313A"/>
                </a:solidFill>
                <a:latin typeface="Arial"/>
                <a:ea typeface="Arial"/>
                <a:cs typeface="Arial"/>
              </a:defRPr>
            </a:lvl8pPr>
            <a:lvl9pPr algn="l">
              <a:defRPr sz="1725" b="1">
                <a:solidFill>
                  <a:srgbClr val="15313A"/>
                </a:solidFill>
                <a:latin typeface="Arial"/>
                <a:ea typeface="Arial"/>
                <a:cs typeface="Arial"/>
              </a:defRPr>
            </a:lvl9pPr>
          </a:lstStyle>
          <a:p xmlns:a="http://schemas.openxmlformats.org/drawingml/2006/main">
            <a:pPr algn="l">
              <a:lnSpc>
                <a:spcPct val="102000"/>
              </a:lnSpc>
              <a:buNone/>
              <a:defRPr sz="1725" b="1">
                <a:solidFill>
                  <a:srgbClr val="15313A"/>
                </a:solidFill>
                <a:latin typeface="Arial"/>
                <a:ea typeface="Arial"/>
                <a:cs typeface="Arial"/>
              </a:defRPr>
            </a:pPr>
            <a:r>
              <a:rPr sz="1725" b="1">
                <a:solidFill>
                  <a:srgbClr val="15313A"/>
                </a:solidFill>
                <a:latin typeface="Arial"/>
                <a:ea typeface="Arial"/>
                <a:cs typeface="Arial"/>
              </a:rPr>
              <a:t>General health</a:t>
            </a:r>
          </a:p>
        </p:txBody>
      </p:sp>
      <p:sp>
        <p:nvSpPr>
          <p:cNvPr id="10" name="">
            <a:extLst xmlns:a="http://schemas.openxmlformats.org/drawingml/2006/main">
              <a:ext uri="{FF2B5EF4-FFF2-40B4-BE49-F238E27FC236}">
                <a16:creationId xmlns:a16="http://schemas.microsoft.com/office/drawing/2014/main" id="{6C0EB393-DC77-44CF-94F2-1EA620079759}"/>
              </a:ext>
            </a:extLst>
          </p:cNvPr>
          <p:cNvSpPr>
            <a:spLocks xmlns:a="http://schemas.openxmlformats.org/drawingml/2006/main" noGrp="1"/>
          </p:cNvSpPr>
          <p:nvPr/>
        </p:nvSpPr>
        <p:spPr>
          <a:xfrm xmlns:a="http://schemas.openxmlformats.org/drawingml/2006/main">
            <a:off x="8582025" y="3209925"/>
            <a:ext cx="2524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HighBP: 0.36</a:t>
            </a:r>
          </a:p>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BMI: 0.30</a:t>
            </a:r>
          </a:p>
        </p:txBody>
      </p:sp>
      <p:sp>
        <p:nvSpPr>
          <p:cNvPr id="11" name="">
            <a:extLst xmlns:a="http://schemas.openxmlformats.org/drawingml/2006/main">
              <a:ext uri="{FF2B5EF4-FFF2-40B4-BE49-F238E27FC236}">
                <a16:creationId xmlns:a16="http://schemas.microsoft.com/office/drawing/2014/main" id="{53E0D056-27D3-4BDB-BECA-A10602A8063D}"/>
              </a:ext>
            </a:extLst>
          </p:cNvPr>
          <p:cNvSpPr>
            <a:spLocks xmlns:a="http://schemas.openxmlformats.org/drawingml/2006/main" noGrp="1"/>
          </p:cNvSpPr>
          <p:nvPr/>
        </p:nvSpPr>
        <p:spPr>
          <a:xfrm xmlns:a="http://schemas.openxmlformats.org/drawingml/2006/main">
            <a:off x="8582025" y="4029075"/>
            <a:ext cx="27051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B8265B7-CD26-4FDA-9C4D-98BB456CBD16}"/>
              </a:ext>
            </a:extLst>
          </p:cNvPr>
          <p:cNvSpPr>
            <a:spLocks xmlns:a="http://schemas.openxmlformats.org/drawingml/2006/main" noGrp="1"/>
          </p:cNvSpPr>
          <p:nvPr/>
        </p:nvSpPr>
        <p:spPr>
          <a:xfrm xmlns:a="http://schemas.openxmlformats.org/drawingml/2006/main">
            <a:off x="8582025" y="4257675"/>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5313A"/>
                </a:solidFill>
                <a:latin typeface="Arial"/>
                <a:ea typeface="Arial"/>
                <a:cs typeface="Arial"/>
              </a:defRPr>
            </a:defPPr>
            <a:lvl1pPr algn="l">
              <a:defRPr sz="1500" b="1">
                <a:solidFill>
                  <a:srgbClr val="15313A"/>
                </a:solidFill>
                <a:latin typeface="Arial"/>
                <a:ea typeface="Arial"/>
                <a:cs typeface="Arial"/>
              </a:defRPr>
            </a:lvl1pPr>
            <a:lvl2pPr algn="l">
              <a:defRPr sz="1500" b="1">
                <a:solidFill>
                  <a:srgbClr val="15313A"/>
                </a:solidFill>
                <a:latin typeface="Arial"/>
                <a:ea typeface="Arial"/>
                <a:cs typeface="Arial"/>
              </a:defRPr>
            </a:lvl2pPr>
            <a:lvl3pPr algn="l">
              <a:defRPr sz="1500" b="1">
                <a:solidFill>
                  <a:srgbClr val="15313A"/>
                </a:solidFill>
                <a:latin typeface="Arial"/>
                <a:ea typeface="Arial"/>
                <a:cs typeface="Arial"/>
              </a:defRPr>
            </a:lvl3pPr>
            <a:lvl4pPr algn="l">
              <a:defRPr sz="1500" b="1">
                <a:solidFill>
                  <a:srgbClr val="15313A"/>
                </a:solidFill>
                <a:latin typeface="Arial"/>
                <a:ea typeface="Arial"/>
                <a:cs typeface="Arial"/>
              </a:defRPr>
            </a:lvl4pPr>
            <a:lvl5pPr algn="l">
              <a:defRPr sz="1500" b="1">
                <a:solidFill>
                  <a:srgbClr val="15313A"/>
                </a:solidFill>
                <a:latin typeface="Arial"/>
                <a:ea typeface="Arial"/>
                <a:cs typeface="Arial"/>
              </a:defRPr>
            </a:lvl5pPr>
            <a:lvl6pPr algn="l">
              <a:defRPr sz="1500" b="1">
                <a:solidFill>
                  <a:srgbClr val="15313A"/>
                </a:solidFill>
                <a:latin typeface="Arial"/>
                <a:ea typeface="Arial"/>
                <a:cs typeface="Arial"/>
              </a:defRPr>
            </a:lvl6pPr>
            <a:lvl7pPr algn="l">
              <a:defRPr sz="1500" b="1">
                <a:solidFill>
                  <a:srgbClr val="15313A"/>
                </a:solidFill>
                <a:latin typeface="Arial"/>
                <a:ea typeface="Arial"/>
                <a:cs typeface="Arial"/>
              </a:defRPr>
            </a:lvl7pPr>
            <a:lvl8pPr algn="l">
              <a:defRPr sz="1500" b="1">
                <a:solidFill>
                  <a:srgbClr val="15313A"/>
                </a:solidFill>
                <a:latin typeface="Arial"/>
                <a:ea typeface="Arial"/>
                <a:cs typeface="Arial"/>
              </a:defRPr>
            </a:lvl8pPr>
            <a:lvl9pPr algn="l">
              <a:defRPr sz="1500" b="1">
                <a:solidFill>
                  <a:srgbClr val="15313A"/>
                </a:solidFill>
                <a:latin typeface="Arial"/>
                <a:ea typeface="Arial"/>
                <a:cs typeface="Arial"/>
              </a:defRPr>
            </a:lvl9pPr>
          </a:lstStyle>
          <a:p xmlns:a="http://schemas.openxmlformats.org/drawingml/2006/main">
            <a:pPr algn="l">
              <a:lnSpc>
                <a:spcPct val="102000"/>
              </a:lnSpc>
              <a:buNone/>
              <a:defRPr sz="1500" b="1">
                <a:solidFill>
                  <a:srgbClr val="15313A"/>
                </a:solidFill>
                <a:latin typeface="Arial"/>
                <a:ea typeface="Arial"/>
                <a:cs typeface="Arial"/>
              </a:defRPr>
            </a:pPr>
            <a:r>
              <a:rPr sz="1500" b="1">
                <a:solidFill>
                  <a:srgbClr val="15313A"/>
                </a:solidFill>
                <a:latin typeface="Arial"/>
                <a:ea typeface="Arial"/>
                <a:cs typeface="Arial"/>
              </a:rPr>
              <a:t>Lifestyle signals were weaker</a:t>
            </a:r>
          </a:p>
        </p:txBody>
      </p:sp>
      <p:sp>
        <p:nvSpPr>
          <p:cNvPr id="13" name="">
            <a:extLst xmlns:a="http://schemas.openxmlformats.org/drawingml/2006/main">
              <a:ext uri="{FF2B5EF4-FFF2-40B4-BE49-F238E27FC236}">
                <a16:creationId xmlns:a16="http://schemas.microsoft.com/office/drawing/2014/main" id="{5D37FA00-0E1A-44F0-B993-D476C1CD0B79}"/>
              </a:ext>
            </a:extLst>
          </p:cNvPr>
          <p:cNvSpPr>
            <a:spLocks xmlns:a="http://schemas.openxmlformats.org/drawingml/2006/main" noGrp="1"/>
          </p:cNvSpPr>
          <p:nvPr/>
        </p:nvSpPr>
        <p:spPr>
          <a:xfrm xmlns:a="http://schemas.openxmlformats.org/drawingml/2006/main">
            <a:off x="8582025" y="46672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C7077"/>
                </a:solidFill>
                <a:latin typeface="Arial"/>
                <a:ea typeface="Arial"/>
                <a:cs typeface="Arial"/>
              </a:defRPr>
            </a:defPPr>
            <a:lvl1pPr algn="l">
              <a:defRPr sz="1425" b="0">
                <a:solidFill>
                  <a:srgbClr val="5C7077"/>
                </a:solidFill>
                <a:latin typeface="Arial"/>
                <a:ea typeface="Arial"/>
                <a:cs typeface="Arial"/>
              </a:defRPr>
            </a:lvl1pPr>
            <a:lvl2pPr algn="l">
              <a:defRPr sz="1425" b="0">
                <a:solidFill>
                  <a:srgbClr val="5C7077"/>
                </a:solidFill>
                <a:latin typeface="Arial"/>
                <a:ea typeface="Arial"/>
                <a:cs typeface="Arial"/>
              </a:defRPr>
            </a:lvl2pPr>
            <a:lvl3pPr algn="l">
              <a:defRPr sz="1425" b="0">
                <a:solidFill>
                  <a:srgbClr val="5C7077"/>
                </a:solidFill>
                <a:latin typeface="Arial"/>
                <a:ea typeface="Arial"/>
                <a:cs typeface="Arial"/>
              </a:defRPr>
            </a:lvl3pPr>
            <a:lvl4pPr algn="l">
              <a:defRPr sz="1425" b="0">
                <a:solidFill>
                  <a:srgbClr val="5C7077"/>
                </a:solidFill>
                <a:latin typeface="Arial"/>
                <a:ea typeface="Arial"/>
                <a:cs typeface="Arial"/>
              </a:defRPr>
            </a:lvl4pPr>
            <a:lvl5pPr algn="l">
              <a:defRPr sz="1425" b="0">
                <a:solidFill>
                  <a:srgbClr val="5C7077"/>
                </a:solidFill>
                <a:latin typeface="Arial"/>
                <a:ea typeface="Arial"/>
                <a:cs typeface="Arial"/>
              </a:defRPr>
            </a:lvl5pPr>
            <a:lvl6pPr algn="l">
              <a:defRPr sz="1425" b="0">
                <a:solidFill>
                  <a:srgbClr val="5C7077"/>
                </a:solidFill>
                <a:latin typeface="Arial"/>
                <a:ea typeface="Arial"/>
                <a:cs typeface="Arial"/>
              </a:defRPr>
            </a:lvl6pPr>
            <a:lvl7pPr algn="l">
              <a:defRPr sz="1425" b="0">
                <a:solidFill>
                  <a:srgbClr val="5C7077"/>
                </a:solidFill>
                <a:latin typeface="Arial"/>
                <a:ea typeface="Arial"/>
                <a:cs typeface="Arial"/>
              </a:defRPr>
            </a:lvl7pPr>
            <a:lvl8pPr algn="l">
              <a:defRPr sz="1425" b="0">
                <a:solidFill>
                  <a:srgbClr val="5C7077"/>
                </a:solidFill>
                <a:latin typeface="Arial"/>
                <a:ea typeface="Arial"/>
                <a:cs typeface="Arial"/>
              </a:defRPr>
            </a:lvl8pPr>
            <a:lvl9pPr algn="l">
              <a:defRPr sz="1425" b="0">
                <a:solidFill>
                  <a:srgbClr val="5C7077"/>
                </a:solidFill>
                <a:latin typeface="Arial"/>
                <a:ea typeface="Arial"/>
                <a:cs typeface="Arial"/>
              </a:defRPr>
            </a:lvl9pPr>
          </a:lstStyle>
          <a:p xmlns:a="http://schemas.openxmlformats.org/drawingml/2006/main">
            <a:pPr algn="l">
              <a:lnSpc>
                <a:spcPct val="102000"/>
              </a:lnSpc>
              <a:buNone/>
              <a:defRPr sz="1425" b="0">
                <a:solidFill>
                  <a:srgbClr val="5C7077"/>
                </a:solidFill>
                <a:latin typeface="Arial"/>
                <a:ea typeface="Arial"/>
                <a:cs typeface="Arial"/>
              </a:defRPr>
            </a:pPr>
            <a:r>
              <a:rPr sz="1425" b="0">
                <a:solidFill>
                  <a:srgbClr val="5C7077"/>
                </a:solidFill>
                <a:latin typeface="Arial"/>
                <a:ea typeface="Arial"/>
                <a:cs typeface="Arial"/>
              </a:rPr>
              <a:t>Activity: −0.13. Fruit and vegetable indicators were close to zero.</a:t>
            </a:r>
          </a:p>
        </p:txBody>
      </p:sp>
      <p:sp>
        <p:nvSpPr>
          <p:cNvPr id="14" name="">
            <a:extLst xmlns:a="http://schemas.openxmlformats.org/drawingml/2006/main">
              <a:ext uri="{FF2B5EF4-FFF2-40B4-BE49-F238E27FC236}">
                <a16:creationId xmlns:a16="http://schemas.microsoft.com/office/drawing/2014/main" id="{6EE79A4D-1DA2-4B01-9BBB-154A5CCD95C3}"/>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notebooks/04_eda&amp;stats/03_eda.ipynb · associations, not causes</a:t>
            </a:r>
          </a:p>
        </p:txBody>
      </p:sp>
      <p:sp>
        <p:nvSpPr>
          <p:cNvPr id="15" name="">
            <a:extLst xmlns:a="http://schemas.openxmlformats.org/drawingml/2006/main">
              <a:ext uri="{FF2B5EF4-FFF2-40B4-BE49-F238E27FC236}">
                <a16:creationId xmlns:a16="http://schemas.microsoft.com/office/drawing/2014/main" id="{046E8178-5941-4C47-BD70-2C70637348B0}"/>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05 / 10</a:t>
            </a:r>
          </a:p>
        </p:txBody>
      </p:sp>
    </p:spTree>
    <p:extLst>
      <p:ext uri="{BB962C8B-B14F-4D97-AF65-F5344CB8AC3E}">
        <p14:creationId xmlns:p14="http://schemas.microsoft.com/office/powerpoint/2010/main" val="1326694052"/>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35A848D-A2C4-4D8F-969F-17D3D9B89A8B}"/>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WHAT · THE METHOD</a:t>
            </a:r>
          </a:p>
        </p:txBody>
      </p:sp>
      <p:sp>
        <p:nvSpPr>
          <p:cNvPr id="2" name="">
            <a:extLst xmlns:a="http://schemas.openxmlformats.org/drawingml/2006/main">
              <a:ext uri="{FF2B5EF4-FFF2-40B4-BE49-F238E27FC236}">
                <a16:creationId xmlns:a16="http://schemas.microsoft.com/office/drawing/2014/main" id="{5B286F93-4D7B-41EA-B9EA-72AFD6139042}"/>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One fixed real test set protects the comparison</a:t>
            </a:r>
          </a:p>
        </p:txBody>
      </p:sp>
      <p:sp>
        <p:nvSpPr>
          <p:cNvPr id="3" name="">
            <a:extLst xmlns:a="http://schemas.openxmlformats.org/drawingml/2006/main">
              <a:ext uri="{FF2B5EF4-FFF2-40B4-BE49-F238E27FC236}">
                <a16:creationId xmlns:a16="http://schemas.microsoft.com/office/drawing/2014/main" id="{4D21D9D0-B376-423A-9BB1-53278B43C23C}"/>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Preprocessing and threshold selection were based on training rows only.</a:t>
            </a:r>
          </a:p>
        </p:txBody>
      </p:sp>
      <p:sp>
        <p:nvSpPr>
          <p:cNvPr id="4" name="">
            <a:extLst xmlns:a="http://schemas.openxmlformats.org/drawingml/2006/main">
              <a:ext uri="{FF2B5EF4-FFF2-40B4-BE49-F238E27FC236}">
                <a16:creationId xmlns:a16="http://schemas.microsoft.com/office/drawing/2014/main" id="{740E7012-BFEC-4989-940F-D262CD1D910F}"/>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0E4525-0093-428F-B9F9-8371F03EC508}"/>
              </a:ext>
            </a:extLst>
          </p:cNvPr>
          <p:cNvSpPr>
            <a:spLocks xmlns:a="http://schemas.openxmlformats.org/drawingml/2006/main" noGrp="1"/>
          </p:cNvSpPr>
          <p:nvPr/>
        </p:nvSpPr>
        <p:spPr>
          <a:xfrm xmlns:a="http://schemas.openxmlformats.org/drawingml/2006/main">
            <a:off x="723900" y="20097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F9A"/>
                </a:solidFill>
                <a:latin typeface="Arial"/>
                <a:ea typeface="Arial"/>
                <a:cs typeface="Arial"/>
              </a:defRPr>
            </a:defPPr>
            <a:lvl1pPr algn="l">
              <a:defRPr sz="1425" b="1">
                <a:solidFill>
                  <a:srgbClr val="009F9A"/>
                </a:solidFill>
                <a:latin typeface="Arial"/>
                <a:ea typeface="Arial"/>
                <a:cs typeface="Arial"/>
              </a:defRPr>
            </a:lvl1pPr>
            <a:lvl2pPr algn="l">
              <a:defRPr sz="1425" b="1">
                <a:solidFill>
                  <a:srgbClr val="009F9A"/>
                </a:solidFill>
                <a:latin typeface="Arial"/>
                <a:ea typeface="Arial"/>
                <a:cs typeface="Arial"/>
              </a:defRPr>
            </a:lvl2pPr>
            <a:lvl3pPr algn="l">
              <a:defRPr sz="1425" b="1">
                <a:solidFill>
                  <a:srgbClr val="009F9A"/>
                </a:solidFill>
                <a:latin typeface="Arial"/>
                <a:ea typeface="Arial"/>
                <a:cs typeface="Arial"/>
              </a:defRPr>
            </a:lvl3pPr>
            <a:lvl4pPr algn="l">
              <a:defRPr sz="1425" b="1">
                <a:solidFill>
                  <a:srgbClr val="009F9A"/>
                </a:solidFill>
                <a:latin typeface="Arial"/>
                <a:ea typeface="Arial"/>
                <a:cs typeface="Arial"/>
              </a:defRPr>
            </a:lvl4pPr>
            <a:lvl5pPr algn="l">
              <a:defRPr sz="1425" b="1">
                <a:solidFill>
                  <a:srgbClr val="009F9A"/>
                </a:solidFill>
                <a:latin typeface="Arial"/>
                <a:ea typeface="Arial"/>
                <a:cs typeface="Arial"/>
              </a:defRPr>
            </a:lvl5pPr>
            <a:lvl6pPr algn="l">
              <a:defRPr sz="1425" b="1">
                <a:solidFill>
                  <a:srgbClr val="009F9A"/>
                </a:solidFill>
                <a:latin typeface="Arial"/>
                <a:ea typeface="Arial"/>
                <a:cs typeface="Arial"/>
              </a:defRPr>
            </a:lvl6pPr>
            <a:lvl7pPr algn="l">
              <a:defRPr sz="1425" b="1">
                <a:solidFill>
                  <a:srgbClr val="009F9A"/>
                </a:solidFill>
                <a:latin typeface="Arial"/>
                <a:ea typeface="Arial"/>
                <a:cs typeface="Arial"/>
              </a:defRPr>
            </a:lvl7pPr>
            <a:lvl8pPr algn="l">
              <a:defRPr sz="1425" b="1">
                <a:solidFill>
                  <a:srgbClr val="009F9A"/>
                </a:solidFill>
                <a:latin typeface="Arial"/>
                <a:ea typeface="Arial"/>
                <a:cs typeface="Arial"/>
              </a:defRPr>
            </a:lvl8pPr>
            <a:lvl9pPr algn="l">
              <a:defRPr sz="1425" b="1">
                <a:solidFill>
                  <a:srgbClr val="009F9A"/>
                </a:solidFill>
                <a:latin typeface="Arial"/>
                <a:ea typeface="Arial"/>
                <a:cs typeface="Arial"/>
              </a:defRPr>
            </a:lvl9pPr>
          </a:lstStyle>
          <a:p xmlns:a="http://schemas.openxmlformats.org/drawingml/2006/main">
            <a:pPr algn="l">
              <a:lnSpc>
                <a:spcPct val="102000"/>
              </a:lnSpc>
              <a:buNone/>
              <a:defRPr sz="1425" b="1">
                <a:solidFill>
                  <a:srgbClr val="009F9A"/>
                </a:solidFill>
                <a:latin typeface="Arial"/>
                <a:ea typeface="Arial"/>
                <a:cs typeface="Arial"/>
              </a:defRPr>
            </a:pPr>
            <a:r>
              <a:rPr sz="1425" b="1">
                <a:solidFill>
                  <a:srgbClr val="009F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B23B409-C3B6-44AE-BA3D-AEA650260C11}"/>
              </a:ext>
            </a:extLst>
          </p:cNvPr>
          <p:cNvSpPr>
            <a:spLocks xmlns:a="http://schemas.openxmlformats.org/drawingml/2006/main" noGrp="1"/>
          </p:cNvSpPr>
          <p:nvPr/>
        </p:nvSpPr>
        <p:spPr>
          <a:xfrm xmlns:a="http://schemas.openxmlformats.org/drawingml/2006/main">
            <a:off x="723900" y="2419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C7077"/>
                </a:solidFill>
                <a:latin typeface="Arial"/>
                <a:ea typeface="Arial"/>
                <a:cs typeface="Arial"/>
              </a:defRPr>
            </a:defPPr>
            <a:lvl1pPr algn="l">
              <a:defRPr sz="1125" b="1">
                <a:solidFill>
                  <a:srgbClr val="5C7077"/>
                </a:solidFill>
                <a:latin typeface="Arial"/>
                <a:ea typeface="Arial"/>
                <a:cs typeface="Arial"/>
              </a:defRPr>
            </a:lvl1pPr>
            <a:lvl2pPr algn="l">
              <a:defRPr sz="1125" b="1">
                <a:solidFill>
                  <a:srgbClr val="5C7077"/>
                </a:solidFill>
                <a:latin typeface="Arial"/>
                <a:ea typeface="Arial"/>
                <a:cs typeface="Arial"/>
              </a:defRPr>
            </a:lvl2pPr>
            <a:lvl3pPr algn="l">
              <a:defRPr sz="1125" b="1">
                <a:solidFill>
                  <a:srgbClr val="5C7077"/>
                </a:solidFill>
                <a:latin typeface="Arial"/>
                <a:ea typeface="Arial"/>
                <a:cs typeface="Arial"/>
              </a:defRPr>
            </a:lvl3pPr>
            <a:lvl4pPr algn="l">
              <a:defRPr sz="1125" b="1">
                <a:solidFill>
                  <a:srgbClr val="5C7077"/>
                </a:solidFill>
                <a:latin typeface="Arial"/>
                <a:ea typeface="Arial"/>
                <a:cs typeface="Arial"/>
              </a:defRPr>
            </a:lvl4pPr>
            <a:lvl5pPr algn="l">
              <a:defRPr sz="1125" b="1">
                <a:solidFill>
                  <a:srgbClr val="5C7077"/>
                </a:solidFill>
                <a:latin typeface="Arial"/>
                <a:ea typeface="Arial"/>
                <a:cs typeface="Arial"/>
              </a:defRPr>
            </a:lvl5pPr>
            <a:lvl6pPr algn="l">
              <a:defRPr sz="1125" b="1">
                <a:solidFill>
                  <a:srgbClr val="5C7077"/>
                </a:solidFill>
                <a:latin typeface="Arial"/>
                <a:ea typeface="Arial"/>
                <a:cs typeface="Arial"/>
              </a:defRPr>
            </a:lvl6pPr>
            <a:lvl7pPr algn="l">
              <a:defRPr sz="1125" b="1">
                <a:solidFill>
                  <a:srgbClr val="5C7077"/>
                </a:solidFill>
                <a:latin typeface="Arial"/>
                <a:ea typeface="Arial"/>
                <a:cs typeface="Arial"/>
              </a:defRPr>
            </a:lvl7pPr>
            <a:lvl8pPr algn="l">
              <a:defRPr sz="1125" b="1">
                <a:solidFill>
                  <a:srgbClr val="5C7077"/>
                </a:solidFill>
                <a:latin typeface="Arial"/>
                <a:ea typeface="Arial"/>
                <a:cs typeface="Arial"/>
              </a:defRPr>
            </a:lvl8pPr>
            <a:lvl9pPr algn="l">
              <a:defRPr sz="1125" b="1">
                <a:solidFill>
                  <a:srgbClr val="5C7077"/>
                </a:solidFill>
                <a:latin typeface="Arial"/>
                <a:ea typeface="Arial"/>
                <a:cs typeface="Arial"/>
              </a:defRPr>
            </a:lvl9pPr>
          </a:lstStyle>
          <a:p xmlns:a="http://schemas.openxmlformats.org/drawingml/2006/main">
            <a:pPr algn="l">
              <a:lnSpc>
                <a:spcPct val="102000"/>
              </a:lnSpc>
              <a:buNone/>
              <a:defRPr sz="1125" b="1">
                <a:solidFill>
                  <a:srgbClr val="5C7077"/>
                </a:solidFill>
                <a:latin typeface="Arial"/>
                <a:ea typeface="Arial"/>
                <a:cs typeface="Arial"/>
              </a:defRPr>
            </a:pPr>
            <a:r>
              <a:rPr sz="1125" b="1">
                <a:solidFill>
                  <a:srgbClr val="5C7077"/>
                </a:solidFill>
                <a:latin typeface="Arial"/>
                <a:ea typeface="Arial"/>
                <a:cs typeface="Arial"/>
              </a:rPr>
              <a:t>DATA</a:t>
            </a:r>
          </a:p>
        </p:txBody>
      </p:sp>
      <p:sp>
        <p:nvSpPr>
          <p:cNvPr id="7" name="">
            <a:extLst xmlns:a="http://schemas.openxmlformats.org/drawingml/2006/main">
              <a:ext uri="{FF2B5EF4-FFF2-40B4-BE49-F238E27FC236}">
                <a16:creationId xmlns:a16="http://schemas.microsoft.com/office/drawing/2014/main" id="{A287184F-53A2-4520-9E41-556F5A07C504}"/>
              </a:ext>
            </a:extLst>
          </p:cNvPr>
          <p:cNvSpPr>
            <a:spLocks xmlns:a="http://schemas.openxmlformats.org/drawingml/2006/main" noGrp="1"/>
          </p:cNvSpPr>
          <p:nvPr/>
        </p:nvSpPr>
        <p:spPr>
          <a:xfrm xmlns:a="http://schemas.openxmlformats.org/drawingml/2006/main">
            <a:off x="723900" y="28003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5313A"/>
                </a:solidFill>
                <a:latin typeface="Arial"/>
                <a:ea typeface="Arial"/>
                <a:cs typeface="Arial"/>
              </a:defRPr>
            </a:defPPr>
            <a:lvl1pPr algn="l">
              <a:defRPr sz="3150" b="1">
                <a:solidFill>
                  <a:srgbClr val="15313A"/>
                </a:solidFill>
                <a:latin typeface="Arial"/>
                <a:ea typeface="Arial"/>
                <a:cs typeface="Arial"/>
              </a:defRPr>
            </a:lvl1pPr>
            <a:lvl2pPr algn="l">
              <a:defRPr sz="3150" b="1">
                <a:solidFill>
                  <a:srgbClr val="15313A"/>
                </a:solidFill>
                <a:latin typeface="Arial"/>
                <a:ea typeface="Arial"/>
                <a:cs typeface="Arial"/>
              </a:defRPr>
            </a:lvl2pPr>
            <a:lvl3pPr algn="l">
              <a:defRPr sz="3150" b="1">
                <a:solidFill>
                  <a:srgbClr val="15313A"/>
                </a:solidFill>
                <a:latin typeface="Arial"/>
                <a:ea typeface="Arial"/>
                <a:cs typeface="Arial"/>
              </a:defRPr>
            </a:lvl3pPr>
            <a:lvl4pPr algn="l">
              <a:defRPr sz="3150" b="1">
                <a:solidFill>
                  <a:srgbClr val="15313A"/>
                </a:solidFill>
                <a:latin typeface="Arial"/>
                <a:ea typeface="Arial"/>
                <a:cs typeface="Arial"/>
              </a:defRPr>
            </a:lvl4pPr>
            <a:lvl5pPr algn="l">
              <a:defRPr sz="3150" b="1">
                <a:solidFill>
                  <a:srgbClr val="15313A"/>
                </a:solidFill>
                <a:latin typeface="Arial"/>
                <a:ea typeface="Arial"/>
                <a:cs typeface="Arial"/>
              </a:defRPr>
            </a:lvl5pPr>
            <a:lvl6pPr algn="l">
              <a:defRPr sz="3150" b="1">
                <a:solidFill>
                  <a:srgbClr val="15313A"/>
                </a:solidFill>
                <a:latin typeface="Arial"/>
                <a:ea typeface="Arial"/>
                <a:cs typeface="Arial"/>
              </a:defRPr>
            </a:lvl6pPr>
            <a:lvl7pPr algn="l">
              <a:defRPr sz="3150" b="1">
                <a:solidFill>
                  <a:srgbClr val="15313A"/>
                </a:solidFill>
                <a:latin typeface="Arial"/>
                <a:ea typeface="Arial"/>
                <a:cs typeface="Arial"/>
              </a:defRPr>
            </a:lvl7pPr>
            <a:lvl8pPr algn="l">
              <a:defRPr sz="3150" b="1">
                <a:solidFill>
                  <a:srgbClr val="15313A"/>
                </a:solidFill>
                <a:latin typeface="Arial"/>
                <a:ea typeface="Arial"/>
                <a:cs typeface="Arial"/>
              </a:defRPr>
            </a:lvl8pPr>
            <a:lvl9pPr algn="l">
              <a:defRPr sz="3150" b="1">
                <a:solidFill>
                  <a:srgbClr val="15313A"/>
                </a:solidFill>
                <a:latin typeface="Arial"/>
                <a:ea typeface="Arial"/>
                <a:cs typeface="Arial"/>
              </a:defRPr>
            </a:lvl9pPr>
          </a:lstStyle>
          <a:p xmlns:a="http://schemas.openxmlformats.org/drawingml/2006/main">
            <a:pPr algn="l">
              <a:lnSpc>
                <a:spcPct val="102000"/>
              </a:lnSpc>
              <a:buNone/>
              <a:defRPr sz="3150" b="1">
                <a:solidFill>
                  <a:srgbClr val="15313A"/>
                </a:solidFill>
                <a:latin typeface="Arial"/>
                <a:ea typeface="Arial"/>
                <a:cs typeface="Arial"/>
              </a:defRPr>
            </a:pPr>
            <a:r>
              <a:rPr sz="3150" b="1">
                <a:solidFill>
                  <a:srgbClr val="15313A"/>
                </a:solidFill>
                <a:latin typeface="Arial"/>
                <a:ea typeface="Arial"/>
                <a:cs typeface="Arial"/>
              </a:rPr>
              <a:t>70,194</a:t>
            </a:r>
          </a:p>
        </p:txBody>
      </p:sp>
      <p:sp>
        <p:nvSpPr>
          <p:cNvPr id="8" name="">
            <a:extLst xmlns:a="http://schemas.openxmlformats.org/drawingml/2006/main">
              <a:ext uri="{FF2B5EF4-FFF2-40B4-BE49-F238E27FC236}">
                <a16:creationId xmlns:a16="http://schemas.microsoft.com/office/drawing/2014/main" id="{6D7EF200-CF5E-49ED-80F4-BC0A312F4AD7}"/>
              </a:ext>
            </a:extLst>
          </p:cNvPr>
          <p:cNvSpPr>
            <a:spLocks xmlns:a="http://schemas.openxmlformats.org/drawingml/2006/main" noGrp="1"/>
          </p:cNvSpPr>
          <p:nvPr/>
        </p:nvSpPr>
        <p:spPr>
          <a:xfrm xmlns:a="http://schemas.openxmlformats.org/drawingml/2006/main">
            <a:off x="723900" y="34861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balanced real rows</a:t>
            </a:r>
          </a:p>
        </p:txBody>
      </p:sp>
      <p:sp>
        <p:nvSpPr>
          <p:cNvPr id="9" name="">
            <a:extLst xmlns:a="http://schemas.openxmlformats.org/drawingml/2006/main">
              <a:ext uri="{FF2B5EF4-FFF2-40B4-BE49-F238E27FC236}">
                <a16:creationId xmlns:a16="http://schemas.microsoft.com/office/drawing/2014/main" id="{8D1C75EC-DF4E-496E-9162-73383BE823E6}"/>
              </a:ext>
            </a:extLst>
          </p:cNvPr>
          <p:cNvSpPr>
            <a:spLocks xmlns:a="http://schemas.openxmlformats.org/drawingml/2006/main" noGrp="1"/>
          </p:cNvSpPr>
          <p:nvPr/>
        </p:nvSpPr>
        <p:spPr>
          <a:xfrm xmlns:a="http://schemas.openxmlformats.org/drawingml/2006/main">
            <a:off x="3028950" y="2028825"/>
            <a:ext cx="19050" cy="195262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1B23DE-A5C7-4CAB-93D2-D961E4D44C11}"/>
              </a:ext>
            </a:extLst>
          </p:cNvPr>
          <p:cNvSpPr>
            <a:spLocks xmlns:a="http://schemas.openxmlformats.org/drawingml/2006/main" noGrp="1"/>
          </p:cNvSpPr>
          <p:nvPr/>
        </p:nvSpPr>
        <p:spPr>
          <a:xfrm xmlns:a="http://schemas.openxmlformats.org/drawingml/2006/main">
            <a:off x="3448050" y="20097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F9A"/>
                </a:solidFill>
                <a:latin typeface="Arial"/>
                <a:ea typeface="Arial"/>
                <a:cs typeface="Arial"/>
              </a:defRPr>
            </a:defPPr>
            <a:lvl1pPr algn="l">
              <a:defRPr sz="1425" b="1">
                <a:solidFill>
                  <a:srgbClr val="009F9A"/>
                </a:solidFill>
                <a:latin typeface="Arial"/>
                <a:ea typeface="Arial"/>
                <a:cs typeface="Arial"/>
              </a:defRPr>
            </a:lvl1pPr>
            <a:lvl2pPr algn="l">
              <a:defRPr sz="1425" b="1">
                <a:solidFill>
                  <a:srgbClr val="009F9A"/>
                </a:solidFill>
                <a:latin typeface="Arial"/>
                <a:ea typeface="Arial"/>
                <a:cs typeface="Arial"/>
              </a:defRPr>
            </a:lvl2pPr>
            <a:lvl3pPr algn="l">
              <a:defRPr sz="1425" b="1">
                <a:solidFill>
                  <a:srgbClr val="009F9A"/>
                </a:solidFill>
                <a:latin typeface="Arial"/>
                <a:ea typeface="Arial"/>
                <a:cs typeface="Arial"/>
              </a:defRPr>
            </a:lvl3pPr>
            <a:lvl4pPr algn="l">
              <a:defRPr sz="1425" b="1">
                <a:solidFill>
                  <a:srgbClr val="009F9A"/>
                </a:solidFill>
                <a:latin typeface="Arial"/>
                <a:ea typeface="Arial"/>
                <a:cs typeface="Arial"/>
              </a:defRPr>
            </a:lvl4pPr>
            <a:lvl5pPr algn="l">
              <a:defRPr sz="1425" b="1">
                <a:solidFill>
                  <a:srgbClr val="009F9A"/>
                </a:solidFill>
                <a:latin typeface="Arial"/>
                <a:ea typeface="Arial"/>
                <a:cs typeface="Arial"/>
              </a:defRPr>
            </a:lvl5pPr>
            <a:lvl6pPr algn="l">
              <a:defRPr sz="1425" b="1">
                <a:solidFill>
                  <a:srgbClr val="009F9A"/>
                </a:solidFill>
                <a:latin typeface="Arial"/>
                <a:ea typeface="Arial"/>
                <a:cs typeface="Arial"/>
              </a:defRPr>
            </a:lvl6pPr>
            <a:lvl7pPr algn="l">
              <a:defRPr sz="1425" b="1">
                <a:solidFill>
                  <a:srgbClr val="009F9A"/>
                </a:solidFill>
                <a:latin typeface="Arial"/>
                <a:ea typeface="Arial"/>
                <a:cs typeface="Arial"/>
              </a:defRPr>
            </a:lvl7pPr>
            <a:lvl8pPr algn="l">
              <a:defRPr sz="1425" b="1">
                <a:solidFill>
                  <a:srgbClr val="009F9A"/>
                </a:solidFill>
                <a:latin typeface="Arial"/>
                <a:ea typeface="Arial"/>
                <a:cs typeface="Arial"/>
              </a:defRPr>
            </a:lvl8pPr>
            <a:lvl9pPr algn="l">
              <a:defRPr sz="1425" b="1">
                <a:solidFill>
                  <a:srgbClr val="009F9A"/>
                </a:solidFill>
                <a:latin typeface="Arial"/>
                <a:ea typeface="Arial"/>
                <a:cs typeface="Arial"/>
              </a:defRPr>
            </a:lvl9pPr>
          </a:lstStyle>
          <a:p xmlns:a="http://schemas.openxmlformats.org/drawingml/2006/main">
            <a:pPr algn="l">
              <a:lnSpc>
                <a:spcPct val="102000"/>
              </a:lnSpc>
              <a:buNone/>
              <a:defRPr sz="1425" b="1">
                <a:solidFill>
                  <a:srgbClr val="009F9A"/>
                </a:solidFill>
                <a:latin typeface="Arial"/>
                <a:ea typeface="Arial"/>
                <a:cs typeface="Arial"/>
              </a:defRPr>
            </a:pPr>
            <a:r>
              <a:rPr sz="1425" b="1">
                <a:solidFill>
                  <a:srgbClr val="009F9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AE5BB42-55A3-4900-8E5F-4BFA42E76A9B}"/>
              </a:ext>
            </a:extLst>
          </p:cNvPr>
          <p:cNvSpPr>
            <a:spLocks xmlns:a="http://schemas.openxmlformats.org/drawingml/2006/main" noGrp="1"/>
          </p:cNvSpPr>
          <p:nvPr/>
        </p:nvSpPr>
        <p:spPr>
          <a:xfrm xmlns:a="http://schemas.openxmlformats.org/drawingml/2006/main">
            <a:off x="3448050" y="2419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C7077"/>
                </a:solidFill>
                <a:latin typeface="Arial"/>
                <a:ea typeface="Arial"/>
                <a:cs typeface="Arial"/>
              </a:defRPr>
            </a:defPPr>
            <a:lvl1pPr algn="l">
              <a:defRPr sz="1125" b="1">
                <a:solidFill>
                  <a:srgbClr val="5C7077"/>
                </a:solidFill>
                <a:latin typeface="Arial"/>
                <a:ea typeface="Arial"/>
                <a:cs typeface="Arial"/>
              </a:defRPr>
            </a:lvl1pPr>
            <a:lvl2pPr algn="l">
              <a:defRPr sz="1125" b="1">
                <a:solidFill>
                  <a:srgbClr val="5C7077"/>
                </a:solidFill>
                <a:latin typeface="Arial"/>
                <a:ea typeface="Arial"/>
                <a:cs typeface="Arial"/>
              </a:defRPr>
            </a:lvl2pPr>
            <a:lvl3pPr algn="l">
              <a:defRPr sz="1125" b="1">
                <a:solidFill>
                  <a:srgbClr val="5C7077"/>
                </a:solidFill>
                <a:latin typeface="Arial"/>
                <a:ea typeface="Arial"/>
                <a:cs typeface="Arial"/>
              </a:defRPr>
            </a:lvl3pPr>
            <a:lvl4pPr algn="l">
              <a:defRPr sz="1125" b="1">
                <a:solidFill>
                  <a:srgbClr val="5C7077"/>
                </a:solidFill>
                <a:latin typeface="Arial"/>
                <a:ea typeface="Arial"/>
                <a:cs typeface="Arial"/>
              </a:defRPr>
            </a:lvl4pPr>
            <a:lvl5pPr algn="l">
              <a:defRPr sz="1125" b="1">
                <a:solidFill>
                  <a:srgbClr val="5C7077"/>
                </a:solidFill>
                <a:latin typeface="Arial"/>
                <a:ea typeface="Arial"/>
                <a:cs typeface="Arial"/>
              </a:defRPr>
            </a:lvl5pPr>
            <a:lvl6pPr algn="l">
              <a:defRPr sz="1125" b="1">
                <a:solidFill>
                  <a:srgbClr val="5C7077"/>
                </a:solidFill>
                <a:latin typeface="Arial"/>
                <a:ea typeface="Arial"/>
                <a:cs typeface="Arial"/>
              </a:defRPr>
            </a:lvl6pPr>
            <a:lvl7pPr algn="l">
              <a:defRPr sz="1125" b="1">
                <a:solidFill>
                  <a:srgbClr val="5C7077"/>
                </a:solidFill>
                <a:latin typeface="Arial"/>
                <a:ea typeface="Arial"/>
                <a:cs typeface="Arial"/>
              </a:defRPr>
            </a:lvl7pPr>
            <a:lvl8pPr algn="l">
              <a:defRPr sz="1125" b="1">
                <a:solidFill>
                  <a:srgbClr val="5C7077"/>
                </a:solidFill>
                <a:latin typeface="Arial"/>
                <a:ea typeface="Arial"/>
                <a:cs typeface="Arial"/>
              </a:defRPr>
            </a:lvl8pPr>
            <a:lvl9pPr algn="l">
              <a:defRPr sz="1125" b="1">
                <a:solidFill>
                  <a:srgbClr val="5C7077"/>
                </a:solidFill>
                <a:latin typeface="Arial"/>
                <a:ea typeface="Arial"/>
                <a:cs typeface="Arial"/>
              </a:defRPr>
            </a:lvl9pPr>
          </a:lstStyle>
          <a:p xmlns:a="http://schemas.openxmlformats.org/drawingml/2006/main">
            <a:pPr algn="l">
              <a:lnSpc>
                <a:spcPct val="102000"/>
              </a:lnSpc>
              <a:buNone/>
              <a:defRPr sz="1125" b="1">
                <a:solidFill>
                  <a:srgbClr val="5C7077"/>
                </a:solidFill>
                <a:latin typeface="Arial"/>
                <a:ea typeface="Arial"/>
                <a:cs typeface="Arial"/>
              </a:defRPr>
            </a:pPr>
            <a:r>
              <a:rPr sz="1125" b="1">
                <a:solidFill>
                  <a:srgbClr val="5C7077"/>
                </a:solidFill>
                <a:latin typeface="Arial"/>
                <a:ea typeface="Arial"/>
                <a:cs typeface="Arial"/>
              </a:rPr>
              <a:t>TRAIN</a:t>
            </a:r>
          </a:p>
        </p:txBody>
      </p:sp>
      <p:sp>
        <p:nvSpPr>
          <p:cNvPr id="12" name="">
            <a:extLst xmlns:a="http://schemas.openxmlformats.org/drawingml/2006/main">
              <a:ext uri="{FF2B5EF4-FFF2-40B4-BE49-F238E27FC236}">
                <a16:creationId xmlns:a16="http://schemas.microsoft.com/office/drawing/2014/main" id="{856E89EB-928D-419F-BD80-59DF52CD414F}"/>
              </a:ext>
            </a:extLst>
          </p:cNvPr>
          <p:cNvSpPr>
            <a:spLocks xmlns:a="http://schemas.openxmlformats.org/drawingml/2006/main" noGrp="1"/>
          </p:cNvSpPr>
          <p:nvPr/>
        </p:nvSpPr>
        <p:spPr>
          <a:xfrm xmlns:a="http://schemas.openxmlformats.org/drawingml/2006/main">
            <a:off x="3448050" y="28003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5313A"/>
                </a:solidFill>
                <a:latin typeface="Arial"/>
                <a:ea typeface="Arial"/>
                <a:cs typeface="Arial"/>
              </a:defRPr>
            </a:defPPr>
            <a:lvl1pPr algn="l">
              <a:defRPr sz="3150" b="1">
                <a:solidFill>
                  <a:srgbClr val="15313A"/>
                </a:solidFill>
                <a:latin typeface="Arial"/>
                <a:ea typeface="Arial"/>
                <a:cs typeface="Arial"/>
              </a:defRPr>
            </a:lvl1pPr>
            <a:lvl2pPr algn="l">
              <a:defRPr sz="3150" b="1">
                <a:solidFill>
                  <a:srgbClr val="15313A"/>
                </a:solidFill>
                <a:latin typeface="Arial"/>
                <a:ea typeface="Arial"/>
                <a:cs typeface="Arial"/>
              </a:defRPr>
            </a:lvl2pPr>
            <a:lvl3pPr algn="l">
              <a:defRPr sz="3150" b="1">
                <a:solidFill>
                  <a:srgbClr val="15313A"/>
                </a:solidFill>
                <a:latin typeface="Arial"/>
                <a:ea typeface="Arial"/>
                <a:cs typeface="Arial"/>
              </a:defRPr>
            </a:lvl3pPr>
            <a:lvl4pPr algn="l">
              <a:defRPr sz="3150" b="1">
                <a:solidFill>
                  <a:srgbClr val="15313A"/>
                </a:solidFill>
                <a:latin typeface="Arial"/>
                <a:ea typeface="Arial"/>
                <a:cs typeface="Arial"/>
              </a:defRPr>
            </a:lvl4pPr>
            <a:lvl5pPr algn="l">
              <a:defRPr sz="3150" b="1">
                <a:solidFill>
                  <a:srgbClr val="15313A"/>
                </a:solidFill>
                <a:latin typeface="Arial"/>
                <a:ea typeface="Arial"/>
                <a:cs typeface="Arial"/>
              </a:defRPr>
            </a:lvl5pPr>
            <a:lvl6pPr algn="l">
              <a:defRPr sz="3150" b="1">
                <a:solidFill>
                  <a:srgbClr val="15313A"/>
                </a:solidFill>
                <a:latin typeface="Arial"/>
                <a:ea typeface="Arial"/>
                <a:cs typeface="Arial"/>
              </a:defRPr>
            </a:lvl6pPr>
            <a:lvl7pPr algn="l">
              <a:defRPr sz="3150" b="1">
                <a:solidFill>
                  <a:srgbClr val="15313A"/>
                </a:solidFill>
                <a:latin typeface="Arial"/>
                <a:ea typeface="Arial"/>
                <a:cs typeface="Arial"/>
              </a:defRPr>
            </a:lvl7pPr>
            <a:lvl8pPr algn="l">
              <a:defRPr sz="3150" b="1">
                <a:solidFill>
                  <a:srgbClr val="15313A"/>
                </a:solidFill>
                <a:latin typeface="Arial"/>
                <a:ea typeface="Arial"/>
                <a:cs typeface="Arial"/>
              </a:defRPr>
            </a:lvl8pPr>
            <a:lvl9pPr algn="l">
              <a:defRPr sz="3150" b="1">
                <a:solidFill>
                  <a:srgbClr val="15313A"/>
                </a:solidFill>
                <a:latin typeface="Arial"/>
                <a:ea typeface="Arial"/>
                <a:cs typeface="Arial"/>
              </a:defRPr>
            </a:lvl9pPr>
          </a:lstStyle>
          <a:p xmlns:a="http://schemas.openxmlformats.org/drawingml/2006/main">
            <a:pPr algn="l">
              <a:lnSpc>
                <a:spcPct val="102000"/>
              </a:lnSpc>
              <a:buNone/>
              <a:defRPr sz="3150" b="1">
                <a:solidFill>
                  <a:srgbClr val="15313A"/>
                </a:solidFill>
                <a:latin typeface="Arial"/>
                <a:ea typeface="Arial"/>
                <a:cs typeface="Arial"/>
              </a:defRPr>
            </a:pPr>
            <a:r>
              <a:rPr sz="3150" b="1">
                <a:solidFill>
                  <a:srgbClr val="15313A"/>
                </a:solidFill>
                <a:latin typeface="Arial"/>
                <a:ea typeface="Arial"/>
                <a:cs typeface="Arial"/>
              </a:rPr>
              <a:t>56,155</a:t>
            </a:r>
          </a:p>
        </p:txBody>
      </p:sp>
      <p:sp>
        <p:nvSpPr>
          <p:cNvPr id="13" name="">
            <a:extLst xmlns:a="http://schemas.openxmlformats.org/drawingml/2006/main">
              <a:ext uri="{FF2B5EF4-FFF2-40B4-BE49-F238E27FC236}">
                <a16:creationId xmlns:a16="http://schemas.microsoft.com/office/drawing/2014/main" id="{5F45D513-7E92-4CB7-B03A-331589330F53}"/>
              </a:ext>
            </a:extLst>
          </p:cNvPr>
          <p:cNvSpPr>
            <a:spLocks xmlns:a="http://schemas.openxmlformats.org/drawingml/2006/main" noGrp="1"/>
          </p:cNvSpPr>
          <p:nvPr/>
        </p:nvSpPr>
        <p:spPr>
          <a:xfrm xmlns:a="http://schemas.openxmlformats.org/drawingml/2006/main">
            <a:off x="3448050" y="34861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training respondents</a:t>
            </a:r>
          </a:p>
        </p:txBody>
      </p:sp>
      <p:sp>
        <p:nvSpPr>
          <p:cNvPr id="14" name="">
            <a:extLst xmlns:a="http://schemas.openxmlformats.org/drawingml/2006/main">
              <a:ext uri="{FF2B5EF4-FFF2-40B4-BE49-F238E27FC236}">
                <a16:creationId xmlns:a16="http://schemas.microsoft.com/office/drawing/2014/main" id="{A10D72FA-CAEB-4B91-B5A7-6B285F8C7C9F}"/>
              </a:ext>
            </a:extLst>
          </p:cNvPr>
          <p:cNvSpPr>
            <a:spLocks xmlns:a="http://schemas.openxmlformats.org/drawingml/2006/main" noGrp="1"/>
          </p:cNvSpPr>
          <p:nvPr/>
        </p:nvSpPr>
        <p:spPr>
          <a:xfrm xmlns:a="http://schemas.openxmlformats.org/drawingml/2006/main">
            <a:off x="5753100" y="2028825"/>
            <a:ext cx="19050" cy="195262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A47FDA-1738-44EC-B8D2-42602054C463}"/>
              </a:ext>
            </a:extLst>
          </p:cNvPr>
          <p:cNvSpPr>
            <a:spLocks xmlns:a="http://schemas.openxmlformats.org/drawingml/2006/main" noGrp="1"/>
          </p:cNvSpPr>
          <p:nvPr/>
        </p:nvSpPr>
        <p:spPr>
          <a:xfrm xmlns:a="http://schemas.openxmlformats.org/drawingml/2006/main">
            <a:off x="6172200" y="20097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E36D5F"/>
                </a:solidFill>
                <a:latin typeface="Arial"/>
                <a:ea typeface="Arial"/>
                <a:cs typeface="Arial"/>
              </a:defRPr>
            </a:defPPr>
            <a:lvl1pPr algn="l">
              <a:defRPr sz="1425" b="1">
                <a:solidFill>
                  <a:srgbClr val="E36D5F"/>
                </a:solidFill>
                <a:latin typeface="Arial"/>
                <a:ea typeface="Arial"/>
                <a:cs typeface="Arial"/>
              </a:defRPr>
            </a:lvl1pPr>
            <a:lvl2pPr algn="l">
              <a:defRPr sz="1425" b="1">
                <a:solidFill>
                  <a:srgbClr val="E36D5F"/>
                </a:solidFill>
                <a:latin typeface="Arial"/>
                <a:ea typeface="Arial"/>
                <a:cs typeface="Arial"/>
              </a:defRPr>
            </a:lvl2pPr>
            <a:lvl3pPr algn="l">
              <a:defRPr sz="1425" b="1">
                <a:solidFill>
                  <a:srgbClr val="E36D5F"/>
                </a:solidFill>
                <a:latin typeface="Arial"/>
                <a:ea typeface="Arial"/>
                <a:cs typeface="Arial"/>
              </a:defRPr>
            </a:lvl3pPr>
            <a:lvl4pPr algn="l">
              <a:defRPr sz="1425" b="1">
                <a:solidFill>
                  <a:srgbClr val="E36D5F"/>
                </a:solidFill>
                <a:latin typeface="Arial"/>
                <a:ea typeface="Arial"/>
                <a:cs typeface="Arial"/>
              </a:defRPr>
            </a:lvl4pPr>
            <a:lvl5pPr algn="l">
              <a:defRPr sz="1425" b="1">
                <a:solidFill>
                  <a:srgbClr val="E36D5F"/>
                </a:solidFill>
                <a:latin typeface="Arial"/>
                <a:ea typeface="Arial"/>
                <a:cs typeface="Arial"/>
              </a:defRPr>
            </a:lvl5pPr>
            <a:lvl6pPr algn="l">
              <a:defRPr sz="1425" b="1">
                <a:solidFill>
                  <a:srgbClr val="E36D5F"/>
                </a:solidFill>
                <a:latin typeface="Arial"/>
                <a:ea typeface="Arial"/>
                <a:cs typeface="Arial"/>
              </a:defRPr>
            </a:lvl6pPr>
            <a:lvl7pPr algn="l">
              <a:defRPr sz="1425" b="1">
                <a:solidFill>
                  <a:srgbClr val="E36D5F"/>
                </a:solidFill>
                <a:latin typeface="Arial"/>
                <a:ea typeface="Arial"/>
                <a:cs typeface="Arial"/>
              </a:defRPr>
            </a:lvl7pPr>
            <a:lvl8pPr algn="l">
              <a:defRPr sz="1425" b="1">
                <a:solidFill>
                  <a:srgbClr val="E36D5F"/>
                </a:solidFill>
                <a:latin typeface="Arial"/>
                <a:ea typeface="Arial"/>
                <a:cs typeface="Arial"/>
              </a:defRPr>
            </a:lvl8pPr>
            <a:lvl9pPr algn="l">
              <a:defRPr sz="1425" b="1">
                <a:solidFill>
                  <a:srgbClr val="E36D5F"/>
                </a:solidFill>
                <a:latin typeface="Arial"/>
                <a:ea typeface="Arial"/>
                <a:cs typeface="Arial"/>
              </a:defRPr>
            </a:lvl9pPr>
          </a:lstStyle>
          <a:p xmlns:a="http://schemas.openxmlformats.org/drawingml/2006/main">
            <a:pPr algn="l">
              <a:lnSpc>
                <a:spcPct val="102000"/>
              </a:lnSpc>
              <a:buNone/>
              <a:defRPr sz="1425" b="1">
                <a:solidFill>
                  <a:srgbClr val="E36D5F"/>
                </a:solidFill>
                <a:latin typeface="Arial"/>
                <a:ea typeface="Arial"/>
                <a:cs typeface="Arial"/>
              </a:defRPr>
            </a:pPr>
            <a:r>
              <a:rPr sz="1425" b="1">
                <a:solidFill>
                  <a:srgbClr val="E36D5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1963D9B-BDAC-4D6E-A4C6-F36CCECD618C}"/>
              </a:ext>
            </a:extLst>
          </p:cNvPr>
          <p:cNvSpPr>
            <a:spLocks xmlns:a="http://schemas.openxmlformats.org/drawingml/2006/main" noGrp="1"/>
          </p:cNvSpPr>
          <p:nvPr/>
        </p:nvSpPr>
        <p:spPr>
          <a:xfrm xmlns:a="http://schemas.openxmlformats.org/drawingml/2006/main">
            <a:off x="6172200" y="2419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C7077"/>
                </a:solidFill>
                <a:latin typeface="Arial"/>
                <a:ea typeface="Arial"/>
                <a:cs typeface="Arial"/>
              </a:defRPr>
            </a:defPPr>
            <a:lvl1pPr algn="l">
              <a:defRPr sz="1125" b="1">
                <a:solidFill>
                  <a:srgbClr val="5C7077"/>
                </a:solidFill>
                <a:latin typeface="Arial"/>
                <a:ea typeface="Arial"/>
                <a:cs typeface="Arial"/>
              </a:defRPr>
            </a:lvl1pPr>
            <a:lvl2pPr algn="l">
              <a:defRPr sz="1125" b="1">
                <a:solidFill>
                  <a:srgbClr val="5C7077"/>
                </a:solidFill>
                <a:latin typeface="Arial"/>
                <a:ea typeface="Arial"/>
                <a:cs typeface="Arial"/>
              </a:defRPr>
            </a:lvl2pPr>
            <a:lvl3pPr algn="l">
              <a:defRPr sz="1125" b="1">
                <a:solidFill>
                  <a:srgbClr val="5C7077"/>
                </a:solidFill>
                <a:latin typeface="Arial"/>
                <a:ea typeface="Arial"/>
                <a:cs typeface="Arial"/>
              </a:defRPr>
            </a:lvl3pPr>
            <a:lvl4pPr algn="l">
              <a:defRPr sz="1125" b="1">
                <a:solidFill>
                  <a:srgbClr val="5C7077"/>
                </a:solidFill>
                <a:latin typeface="Arial"/>
                <a:ea typeface="Arial"/>
                <a:cs typeface="Arial"/>
              </a:defRPr>
            </a:lvl4pPr>
            <a:lvl5pPr algn="l">
              <a:defRPr sz="1125" b="1">
                <a:solidFill>
                  <a:srgbClr val="5C7077"/>
                </a:solidFill>
                <a:latin typeface="Arial"/>
                <a:ea typeface="Arial"/>
                <a:cs typeface="Arial"/>
              </a:defRPr>
            </a:lvl5pPr>
            <a:lvl6pPr algn="l">
              <a:defRPr sz="1125" b="1">
                <a:solidFill>
                  <a:srgbClr val="5C7077"/>
                </a:solidFill>
                <a:latin typeface="Arial"/>
                <a:ea typeface="Arial"/>
                <a:cs typeface="Arial"/>
              </a:defRPr>
            </a:lvl6pPr>
            <a:lvl7pPr algn="l">
              <a:defRPr sz="1125" b="1">
                <a:solidFill>
                  <a:srgbClr val="5C7077"/>
                </a:solidFill>
                <a:latin typeface="Arial"/>
                <a:ea typeface="Arial"/>
                <a:cs typeface="Arial"/>
              </a:defRPr>
            </a:lvl7pPr>
            <a:lvl8pPr algn="l">
              <a:defRPr sz="1125" b="1">
                <a:solidFill>
                  <a:srgbClr val="5C7077"/>
                </a:solidFill>
                <a:latin typeface="Arial"/>
                <a:ea typeface="Arial"/>
                <a:cs typeface="Arial"/>
              </a:defRPr>
            </a:lvl8pPr>
            <a:lvl9pPr algn="l">
              <a:defRPr sz="1125" b="1">
                <a:solidFill>
                  <a:srgbClr val="5C7077"/>
                </a:solidFill>
                <a:latin typeface="Arial"/>
                <a:ea typeface="Arial"/>
                <a:cs typeface="Arial"/>
              </a:defRPr>
            </a:lvl9pPr>
          </a:lstStyle>
          <a:p xmlns:a="http://schemas.openxmlformats.org/drawingml/2006/main">
            <a:pPr algn="l">
              <a:lnSpc>
                <a:spcPct val="102000"/>
              </a:lnSpc>
              <a:buNone/>
              <a:defRPr sz="1125" b="1">
                <a:solidFill>
                  <a:srgbClr val="5C7077"/>
                </a:solidFill>
                <a:latin typeface="Arial"/>
                <a:ea typeface="Arial"/>
                <a:cs typeface="Arial"/>
              </a:defRPr>
            </a:pPr>
            <a:r>
              <a:rPr sz="1125" b="1">
                <a:solidFill>
                  <a:srgbClr val="5C7077"/>
                </a:solidFill>
                <a:latin typeface="Arial"/>
                <a:ea typeface="Arial"/>
                <a:cs typeface="Arial"/>
              </a:rPr>
              <a:t>TEST</a:t>
            </a:r>
          </a:p>
        </p:txBody>
      </p:sp>
      <p:sp>
        <p:nvSpPr>
          <p:cNvPr id="17" name="">
            <a:extLst xmlns:a="http://schemas.openxmlformats.org/drawingml/2006/main">
              <a:ext uri="{FF2B5EF4-FFF2-40B4-BE49-F238E27FC236}">
                <a16:creationId xmlns:a16="http://schemas.microsoft.com/office/drawing/2014/main" id="{5DA6F3B3-F4A7-4BC0-A93B-4A06EF1D7454}"/>
              </a:ext>
            </a:extLst>
          </p:cNvPr>
          <p:cNvSpPr>
            <a:spLocks xmlns:a="http://schemas.openxmlformats.org/drawingml/2006/main" noGrp="1"/>
          </p:cNvSpPr>
          <p:nvPr/>
        </p:nvSpPr>
        <p:spPr>
          <a:xfrm xmlns:a="http://schemas.openxmlformats.org/drawingml/2006/main">
            <a:off x="6172200" y="28003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5313A"/>
                </a:solidFill>
                <a:latin typeface="Arial"/>
                <a:ea typeface="Arial"/>
                <a:cs typeface="Arial"/>
              </a:defRPr>
            </a:defPPr>
            <a:lvl1pPr algn="l">
              <a:defRPr sz="3150" b="1">
                <a:solidFill>
                  <a:srgbClr val="15313A"/>
                </a:solidFill>
                <a:latin typeface="Arial"/>
                <a:ea typeface="Arial"/>
                <a:cs typeface="Arial"/>
              </a:defRPr>
            </a:lvl1pPr>
            <a:lvl2pPr algn="l">
              <a:defRPr sz="3150" b="1">
                <a:solidFill>
                  <a:srgbClr val="15313A"/>
                </a:solidFill>
                <a:latin typeface="Arial"/>
                <a:ea typeface="Arial"/>
                <a:cs typeface="Arial"/>
              </a:defRPr>
            </a:lvl2pPr>
            <a:lvl3pPr algn="l">
              <a:defRPr sz="3150" b="1">
                <a:solidFill>
                  <a:srgbClr val="15313A"/>
                </a:solidFill>
                <a:latin typeface="Arial"/>
                <a:ea typeface="Arial"/>
                <a:cs typeface="Arial"/>
              </a:defRPr>
            </a:lvl3pPr>
            <a:lvl4pPr algn="l">
              <a:defRPr sz="3150" b="1">
                <a:solidFill>
                  <a:srgbClr val="15313A"/>
                </a:solidFill>
                <a:latin typeface="Arial"/>
                <a:ea typeface="Arial"/>
                <a:cs typeface="Arial"/>
              </a:defRPr>
            </a:lvl4pPr>
            <a:lvl5pPr algn="l">
              <a:defRPr sz="3150" b="1">
                <a:solidFill>
                  <a:srgbClr val="15313A"/>
                </a:solidFill>
                <a:latin typeface="Arial"/>
                <a:ea typeface="Arial"/>
                <a:cs typeface="Arial"/>
              </a:defRPr>
            </a:lvl5pPr>
            <a:lvl6pPr algn="l">
              <a:defRPr sz="3150" b="1">
                <a:solidFill>
                  <a:srgbClr val="15313A"/>
                </a:solidFill>
                <a:latin typeface="Arial"/>
                <a:ea typeface="Arial"/>
                <a:cs typeface="Arial"/>
              </a:defRPr>
            </a:lvl6pPr>
            <a:lvl7pPr algn="l">
              <a:defRPr sz="3150" b="1">
                <a:solidFill>
                  <a:srgbClr val="15313A"/>
                </a:solidFill>
                <a:latin typeface="Arial"/>
                <a:ea typeface="Arial"/>
                <a:cs typeface="Arial"/>
              </a:defRPr>
            </a:lvl7pPr>
            <a:lvl8pPr algn="l">
              <a:defRPr sz="3150" b="1">
                <a:solidFill>
                  <a:srgbClr val="15313A"/>
                </a:solidFill>
                <a:latin typeface="Arial"/>
                <a:ea typeface="Arial"/>
                <a:cs typeface="Arial"/>
              </a:defRPr>
            </a:lvl8pPr>
            <a:lvl9pPr algn="l">
              <a:defRPr sz="3150" b="1">
                <a:solidFill>
                  <a:srgbClr val="15313A"/>
                </a:solidFill>
                <a:latin typeface="Arial"/>
                <a:ea typeface="Arial"/>
                <a:cs typeface="Arial"/>
              </a:defRPr>
            </a:lvl9pPr>
          </a:lstStyle>
          <a:p xmlns:a="http://schemas.openxmlformats.org/drawingml/2006/main">
            <a:pPr algn="l">
              <a:lnSpc>
                <a:spcPct val="102000"/>
              </a:lnSpc>
              <a:buNone/>
              <a:defRPr sz="3150" b="1">
                <a:solidFill>
                  <a:srgbClr val="15313A"/>
                </a:solidFill>
                <a:latin typeface="Arial"/>
                <a:ea typeface="Arial"/>
                <a:cs typeface="Arial"/>
              </a:defRPr>
            </a:pPr>
            <a:r>
              <a:rPr sz="3150" b="1">
                <a:solidFill>
                  <a:srgbClr val="15313A"/>
                </a:solidFill>
                <a:latin typeface="Arial"/>
                <a:ea typeface="Arial"/>
                <a:cs typeface="Arial"/>
              </a:rPr>
              <a:t>14,039</a:t>
            </a:r>
          </a:p>
        </p:txBody>
      </p:sp>
      <p:sp>
        <p:nvSpPr>
          <p:cNvPr id="18" name="">
            <a:extLst xmlns:a="http://schemas.openxmlformats.org/drawingml/2006/main">
              <a:ext uri="{FF2B5EF4-FFF2-40B4-BE49-F238E27FC236}">
                <a16:creationId xmlns:a16="http://schemas.microsoft.com/office/drawing/2014/main" id="{4D82EEDB-61D1-448F-837E-B25A76C66B5E}"/>
              </a:ext>
            </a:extLst>
          </p:cNvPr>
          <p:cNvSpPr>
            <a:spLocks xmlns:a="http://schemas.openxmlformats.org/drawingml/2006/main" noGrp="1"/>
          </p:cNvSpPr>
          <p:nvPr/>
        </p:nvSpPr>
        <p:spPr>
          <a:xfrm xmlns:a="http://schemas.openxmlformats.org/drawingml/2006/main">
            <a:off x="6172200" y="34861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held-out respondents</a:t>
            </a:r>
          </a:p>
        </p:txBody>
      </p:sp>
      <p:sp>
        <p:nvSpPr>
          <p:cNvPr id="19" name="">
            <a:extLst xmlns:a="http://schemas.openxmlformats.org/drawingml/2006/main">
              <a:ext uri="{FF2B5EF4-FFF2-40B4-BE49-F238E27FC236}">
                <a16:creationId xmlns:a16="http://schemas.microsoft.com/office/drawing/2014/main" id="{EE9E9301-6D92-481F-8A66-74949545A278}"/>
              </a:ext>
            </a:extLst>
          </p:cNvPr>
          <p:cNvSpPr>
            <a:spLocks xmlns:a="http://schemas.openxmlformats.org/drawingml/2006/main" noGrp="1"/>
          </p:cNvSpPr>
          <p:nvPr/>
        </p:nvSpPr>
        <p:spPr>
          <a:xfrm xmlns:a="http://schemas.openxmlformats.org/drawingml/2006/main">
            <a:off x="8477250" y="2028825"/>
            <a:ext cx="19050" cy="195262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3532B06-5602-412F-B094-37F1908EC5C2}"/>
              </a:ext>
            </a:extLst>
          </p:cNvPr>
          <p:cNvSpPr>
            <a:spLocks xmlns:a="http://schemas.openxmlformats.org/drawingml/2006/main" noGrp="1"/>
          </p:cNvSpPr>
          <p:nvPr/>
        </p:nvSpPr>
        <p:spPr>
          <a:xfrm xmlns:a="http://schemas.openxmlformats.org/drawingml/2006/main">
            <a:off x="8896350" y="20097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F9A"/>
                </a:solidFill>
                <a:latin typeface="Arial"/>
                <a:ea typeface="Arial"/>
                <a:cs typeface="Arial"/>
              </a:defRPr>
            </a:defPPr>
            <a:lvl1pPr algn="l">
              <a:defRPr sz="1425" b="1">
                <a:solidFill>
                  <a:srgbClr val="009F9A"/>
                </a:solidFill>
                <a:latin typeface="Arial"/>
                <a:ea typeface="Arial"/>
                <a:cs typeface="Arial"/>
              </a:defRPr>
            </a:lvl1pPr>
            <a:lvl2pPr algn="l">
              <a:defRPr sz="1425" b="1">
                <a:solidFill>
                  <a:srgbClr val="009F9A"/>
                </a:solidFill>
                <a:latin typeface="Arial"/>
                <a:ea typeface="Arial"/>
                <a:cs typeface="Arial"/>
              </a:defRPr>
            </a:lvl2pPr>
            <a:lvl3pPr algn="l">
              <a:defRPr sz="1425" b="1">
                <a:solidFill>
                  <a:srgbClr val="009F9A"/>
                </a:solidFill>
                <a:latin typeface="Arial"/>
                <a:ea typeface="Arial"/>
                <a:cs typeface="Arial"/>
              </a:defRPr>
            </a:lvl3pPr>
            <a:lvl4pPr algn="l">
              <a:defRPr sz="1425" b="1">
                <a:solidFill>
                  <a:srgbClr val="009F9A"/>
                </a:solidFill>
                <a:latin typeface="Arial"/>
                <a:ea typeface="Arial"/>
                <a:cs typeface="Arial"/>
              </a:defRPr>
            </a:lvl4pPr>
            <a:lvl5pPr algn="l">
              <a:defRPr sz="1425" b="1">
                <a:solidFill>
                  <a:srgbClr val="009F9A"/>
                </a:solidFill>
                <a:latin typeface="Arial"/>
                <a:ea typeface="Arial"/>
                <a:cs typeface="Arial"/>
              </a:defRPr>
            </a:lvl5pPr>
            <a:lvl6pPr algn="l">
              <a:defRPr sz="1425" b="1">
                <a:solidFill>
                  <a:srgbClr val="009F9A"/>
                </a:solidFill>
                <a:latin typeface="Arial"/>
                <a:ea typeface="Arial"/>
                <a:cs typeface="Arial"/>
              </a:defRPr>
            </a:lvl6pPr>
            <a:lvl7pPr algn="l">
              <a:defRPr sz="1425" b="1">
                <a:solidFill>
                  <a:srgbClr val="009F9A"/>
                </a:solidFill>
                <a:latin typeface="Arial"/>
                <a:ea typeface="Arial"/>
                <a:cs typeface="Arial"/>
              </a:defRPr>
            </a:lvl7pPr>
            <a:lvl8pPr algn="l">
              <a:defRPr sz="1425" b="1">
                <a:solidFill>
                  <a:srgbClr val="009F9A"/>
                </a:solidFill>
                <a:latin typeface="Arial"/>
                <a:ea typeface="Arial"/>
                <a:cs typeface="Arial"/>
              </a:defRPr>
            </a:lvl8pPr>
            <a:lvl9pPr algn="l">
              <a:defRPr sz="1425" b="1">
                <a:solidFill>
                  <a:srgbClr val="009F9A"/>
                </a:solidFill>
                <a:latin typeface="Arial"/>
                <a:ea typeface="Arial"/>
                <a:cs typeface="Arial"/>
              </a:defRPr>
            </a:lvl9pPr>
          </a:lstStyle>
          <a:p xmlns:a="http://schemas.openxmlformats.org/drawingml/2006/main">
            <a:pPr algn="l">
              <a:lnSpc>
                <a:spcPct val="102000"/>
              </a:lnSpc>
              <a:buNone/>
              <a:defRPr sz="1425" b="1">
                <a:solidFill>
                  <a:srgbClr val="009F9A"/>
                </a:solidFill>
                <a:latin typeface="Arial"/>
                <a:ea typeface="Arial"/>
                <a:cs typeface="Arial"/>
              </a:defRPr>
            </a:pPr>
            <a:r>
              <a:rPr sz="1425" b="1">
                <a:solidFill>
                  <a:srgbClr val="009F9A"/>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19137B13-B490-494D-A552-7E4789A1797D}"/>
              </a:ext>
            </a:extLst>
          </p:cNvPr>
          <p:cNvSpPr>
            <a:spLocks xmlns:a="http://schemas.openxmlformats.org/drawingml/2006/main" noGrp="1"/>
          </p:cNvSpPr>
          <p:nvPr/>
        </p:nvSpPr>
        <p:spPr>
          <a:xfrm xmlns:a="http://schemas.openxmlformats.org/drawingml/2006/main">
            <a:off x="8896350" y="2419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C7077"/>
                </a:solidFill>
                <a:latin typeface="Arial"/>
                <a:ea typeface="Arial"/>
                <a:cs typeface="Arial"/>
              </a:defRPr>
            </a:defPPr>
            <a:lvl1pPr algn="l">
              <a:defRPr sz="1125" b="1">
                <a:solidFill>
                  <a:srgbClr val="5C7077"/>
                </a:solidFill>
                <a:latin typeface="Arial"/>
                <a:ea typeface="Arial"/>
                <a:cs typeface="Arial"/>
              </a:defRPr>
            </a:lvl1pPr>
            <a:lvl2pPr algn="l">
              <a:defRPr sz="1125" b="1">
                <a:solidFill>
                  <a:srgbClr val="5C7077"/>
                </a:solidFill>
                <a:latin typeface="Arial"/>
                <a:ea typeface="Arial"/>
                <a:cs typeface="Arial"/>
              </a:defRPr>
            </a:lvl2pPr>
            <a:lvl3pPr algn="l">
              <a:defRPr sz="1125" b="1">
                <a:solidFill>
                  <a:srgbClr val="5C7077"/>
                </a:solidFill>
                <a:latin typeface="Arial"/>
                <a:ea typeface="Arial"/>
                <a:cs typeface="Arial"/>
              </a:defRPr>
            </a:lvl3pPr>
            <a:lvl4pPr algn="l">
              <a:defRPr sz="1125" b="1">
                <a:solidFill>
                  <a:srgbClr val="5C7077"/>
                </a:solidFill>
                <a:latin typeface="Arial"/>
                <a:ea typeface="Arial"/>
                <a:cs typeface="Arial"/>
              </a:defRPr>
            </a:lvl4pPr>
            <a:lvl5pPr algn="l">
              <a:defRPr sz="1125" b="1">
                <a:solidFill>
                  <a:srgbClr val="5C7077"/>
                </a:solidFill>
                <a:latin typeface="Arial"/>
                <a:ea typeface="Arial"/>
                <a:cs typeface="Arial"/>
              </a:defRPr>
            </a:lvl5pPr>
            <a:lvl6pPr algn="l">
              <a:defRPr sz="1125" b="1">
                <a:solidFill>
                  <a:srgbClr val="5C7077"/>
                </a:solidFill>
                <a:latin typeface="Arial"/>
                <a:ea typeface="Arial"/>
                <a:cs typeface="Arial"/>
              </a:defRPr>
            </a:lvl6pPr>
            <a:lvl7pPr algn="l">
              <a:defRPr sz="1125" b="1">
                <a:solidFill>
                  <a:srgbClr val="5C7077"/>
                </a:solidFill>
                <a:latin typeface="Arial"/>
                <a:ea typeface="Arial"/>
                <a:cs typeface="Arial"/>
              </a:defRPr>
            </a:lvl7pPr>
            <a:lvl8pPr algn="l">
              <a:defRPr sz="1125" b="1">
                <a:solidFill>
                  <a:srgbClr val="5C7077"/>
                </a:solidFill>
                <a:latin typeface="Arial"/>
                <a:ea typeface="Arial"/>
                <a:cs typeface="Arial"/>
              </a:defRPr>
            </a:lvl8pPr>
            <a:lvl9pPr algn="l">
              <a:defRPr sz="1125" b="1">
                <a:solidFill>
                  <a:srgbClr val="5C7077"/>
                </a:solidFill>
                <a:latin typeface="Arial"/>
                <a:ea typeface="Arial"/>
                <a:cs typeface="Arial"/>
              </a:defRPr>
            </a:lvl9pPr>
          </a:lstStyle>
          <a:p xmlns:a="http://schemas.openxmlformats.org/drawingml/2006/main">
            <a:pPr algn="l">
              <a:lnSpc>
                <a:spcPct val="102000"/>
              </a:lnSpc>
              <a:buNone/>
              <a:defRPr sz="1125" b="1">
                <a:solidFill>
                  <a:srgbClr val="5C7077"/>
                </a:solidFill>
                <a:latin typeface="Arial"/>
                <a:ea typeface="Arial"/>
                <a:cs typeface="Arial"/>
              </a:defRPr>
            </a:pPr>
            <a:r>
              <a:rPr sz="1125" b="1">
                <a:solidFill>
                  <a:srgbClr val="5C7077"/>
                </a:solidFill>
                <a:latin typeface="Arial"/>
                <a:ea typeface="Arial"/>
                <a:cs typeface="Arial"/>
              </a:rPr>
              <a:t>THRESHOLD</a:t>
            </a:r>
          </a:p>
        </p:txBody>
      </p:sp>
      <p:sp>
        <p:nvSpPr>
          <p:cNvPr id="22" name="">
            <a:extLst xmlns:a="http://schemas.openxmlformats.org/drawingml/2006/main">
              <a:ext uri="{FF2B5EF4-FFF2-40B4-BE49-F238E27FC236}">
                <a16:creationId xmlns:a16="http://schemas.microsoft.com/office/drawing/2014/main" id="{9AC7E357-5E3D-4E37-BF25-93AC56B1A46D}"/>
              </a:ext>
            </a:extLst>
          </p:cNvPr>
          <p:cNvSpPr>
            <a:spLocks xmlns:a="http://schemas.openxmlformats.org/drawingml/2006/main" noGrp="1"/>
          </p:cNvSpPr>
          <p:nvPr/>
        </p:nvSpPr>
        <p:spPr>
          <a:xfrm xmlns:a="http://schemas.openxmlformats.org/drawingml/2006/main">
            <a:off x="8896350" y="28003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5313A"/>
                </a:solidFill>
                <a:latin typeface="Arial"/>
                <a:ea typeface="Arial"/>
                <a:cs typeface="Arial"/>
              </a:defRPr>
            </a:defPPr>
            <a:lvl1pPr algn="l">
              <a:defRPr sz="3150" b="1">
                <a:solidFill>
                  <a:srgbClr val="15313A"/>
                </a:solidFill>
                <a:latin typeface="Arial"/>
                <a:ea typeface="Arial"/>
                <a:cs typeface="Arial"/>
              </a:defRPr>
            </a:lvl1pPr>
            <a:lvl2pPr algn="l">
              <a:defRPr sz="3150" b="1">
                <a:solidFill>
                  <a:srgbClr val="15313A"/>
                </a:solidFill>
                <a:latin typeface="Arial"/>
                <a:ea typeface="Arial"/>
                <a:cs typeface="Arial"/>
              </a:defRPr>
            </a:lvl2pPr>
            <a:lvl3pPr algn="l">
              <a:defRPr sz="3150" b="1">
                <a:solidFill>
                  <a:srgbClr val="15313A"/>
                </a:solidFill>
                <a:latin typeface="Arial"/>
                <a:ea typeface="Arial"/>
                <a:cs typeface="Arial"/>
              </a:defRPr>
            </a:lvl3pPr>
            <a:lvl4pPr algn="l">
              <a:defRPr sz="3150" b="1">
                <a:solidFill>
                  <a:srgbClr val="15313A"/>
                </a:solidFill>
                <a:latin typeface="Arial"/>
                <a:ea typeface="Arial"/>
                <a:cs typeface="Arial"/>
              </a:defRPr>
            </a:lvl4pPr>
            <a:lvl5pPr algn="l">
              <a:defRPr sz="3150" b="1">
                <a:solidFill>
                  <a:srgbClr val="15313A"/>
                </a:solidFill>
                <a:latin typeface="Arial"/>
                <a:ea typeface="Arial"/>
                <a:cs typeface="Arial"/>
              </a:defRPr>
            </a:lvl5pPr>
            <a:lvl6pPr algn="l">
              <a:defRPr sz="3150" b="1">
                <a:solidFill>
                  <a:srgbClr val="15313A"/>
                </a:solidFill>
                <a:latin typeface="Arial"/>
                <a:ea typeface="Arial"/>
                <a:cs typeface="Arial"/>
              </a:defRPr>
            </a:lvl6pPr>
            <a:lvl7pPr algn="l">
              <a:defRPr sz="3150" b="1">
                <a:solidFill>
                  <a:srgbClr val="15313A"/>
                </a:solidFill>
                <a:latin typeface="Arial"/>
                <a:ea typeface="Arial"/>
                <a:cs typeface="Arial"/>
              </a:defRPr>
            </a:lvl7pPr>
            <a:lvl8pPr algn="l">
              <a:defRPr sz="3150" b="1">
                <a:solidFill>
                  <a:srgbClr val="15313A"/>
                </a:solidFill>
                <a:latin typeface="Arial"/>
                <a:ea typeface="Arial"/>
                <a:cs typeface="Arial"/>
              </a:defRPr>
            </a:lvl8pPr>
            <a:lvl9pPr algn="l">
              <a:defRPr sz="3150" b="1">
                <a:solidFill>
                  <a:srgbClr val="15313A"/>
                </a:solidFill>
                <a:latin typeface="Arial"/>
                <a:ea typeface="Arial"/>
                <a:cs typeface="Arial"/>
              </a:defRPr>
            </a:lvl9pPr>
          </a:lstStyle>
          <a:p xmlns:a="http://schemas.openxmlformats.org/drawingml/2006/main">
            <a:pPr algn="l">
              <a:lnSpc>
                <a:spcPct val="102000"/>
              </a:lnSpc>
              <a:buNone/>
              <a:defRPr sz="3150" b="1">
                <a:solidFill>
                  <a:srgbClr val="15313A"/>
                </a:solidFill>
                <a:latin typeface="Arial"/>
                <a:ea typeface="Arial"/>
                <a:cs typeface="Arial"/>
              </a:defRPr>
            </a:pPr>
            <a:r>
              <a:rPr sz="3150" b="1">
                <a:solidFill>
                  <a:srgbClr val="15313A"/>
                </a:solidFill>
                <a:latin typeface="Arial"/>
                <a:ea typeface="Arial"/>
                <a:cs typeface="Arial"/>
              </a:rPr>
              <a:t>0.396</a:t>
            </a:r>
          </a:p>
        </p:txBody>
      </p:sp>
      <p:sp>
        <p:nvSpPr>
          <p:cNvPr id="23" name="">
            <a:extLst xmlns:a="http://schemas.openxmlformats.org/drawingml/2006/main">
              <a:ext uri="{FF2B5EF4-FFF2-40B4-BE49-F238E27FC236}">
                <a16:creationId xmlns:a16="http://schemas.microsoft.com/office/drawing/2014/main" id="{5A45D1F2-8D87-4B7D-B450-00B423A5F612}"/>
              </a:ext>
            </a:extLst>
          </p:cNvPr>
          <p:cNvSpPr>
            <a:spLocks xmlns:a="http://schemas.openxmlformats.org/drawingml/2006/main" noGrp="1"/>
          </p:cNvSpPr>
          <p:nvPr/>
        </p:nvSpPr>
        <p:spPr>
          <a:xfrm xmlns:a="http://schemas.openxmlformats.org/drawingml/2006/main">
            <a:off x="8896350" y="34861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5-fold training OOF</a:t>
            </a:r>
          </a:p>
        </p:txBody>
      </p:sp>
      <p:sp>
        <p:nvSpPr>
          <p:cNvPr id="24" name="">
            <a:extLst xmlns:a="http://schemas.openxmlformats.org/drawingml/2006/main">
              <a:ext uri="{FF2B5EF4-FFF2-40B4-BE49-F238E27FC236}">
                <a16:creationId xmlns:a16="http://schemas.microsoft.com/office/drawing/2014/main" id="{2A33C476-C420-48AE-8933-9BF81A7A6C22}"/>
              </a:ext>
            </a:extLst>
          </p:cNvPr>
          <p:cNvSpPr>
            <a:spLocks xmlns:a="http://schemas.openxmlformats.org/drawingml/2006/main" noGrp="1"/>
          </p:cNvSpPr>
          <p:nvPr/>
        </p:nvSpPr>
        <p:spPr>
          <a:xfrm xmlns:a="http://schemas.openxmlformats.org/drawingml/2006/main">
            <a:off x="742950" y="4343400"/>
            <a:ext cx="107061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58F81C-2B79-4D02-8969-4727164E98DD}"/>
              </a:ext>
            </a:extLst>
          </p:cNvPr>
          <p:cNvSpPr>
            <a:spLocks xmlns:a="http://schemas.openxmlformats.org/drawingml/2006/main" noGrp="1"/>
          </p:cNvSpPr>
          <p:nvPr/>
        </p:nvSpPr>
        <p:spPr>
          <a:xfrm xmlns:a="http://schemas.openxmlformats.org/drawingml/2006/main">
            <a:off x="781050" y="46005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MODEL</a:t>
            </a:r>
          </a:p>
        </p:txBody>
      </p:sp>
      <p:sp>
        <p:nvSpPr>
          <p:cNvPr id="26" name="">
            <a:extLst xmlns:a="http://schemas.openxmlformats.org/drawingml/2006/main">
              <a:ext uri="{FF2B5EF4-FFF2-40B4-BE49-F238E27FC236}">
                <a16:creationId xmlns:a16="http://schemas.microsoft.com/office/drawing/2014/main" id="{301AA20C-1652-4248-8619-02FCF75E4AD1}"/>
              </a:ext>
            </a:extLst>
          </p:cNvPr>
          <p:cNvSpPr>
            <a:spLocks xmlns:a="http://schemas.openxmlformats.org/drawingml/2006/main" noGrp="1"/>
          </p:cNvSpPr>
          <p:nvPr/>
        </p:nvSpPr>
        <p:spPr>
          <a:xfrm xmlns:a="http://schemas.openxmlformats.org/drawingml/2006/main">
            <a:off x="2038350" y="455295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5313A"/>
                </a:solidFill>
                <a:latin typeface="Arial"/>
                <a:ea typeface="Arial"/>
                <a:cs typeface="Arial"/>
              </a:defRPr>
            </a:defPPr>
            <a:lvl1pPr algn="l">
              <a:defRPr sz="1575" b="1">
                <a:solidFill>
                  <a:srgbClr val="15313A"/>
                </a:solidFill>
                <a:latin typeface="Arial"/>
                <a:ea typeface="Arial"/>
                <a:cs typeface="Arial"/>
              </a:defRPr>
            </a:lvl1pPr>
            <a:lvl2pPr algn="l">
              <a:defRPr sz="1575" b="1">
                <a:solidFill>
                  <a:srgbClr val="15313A"/>
                </a:solidFill>
                <a:latin typeface="Arial"/>
                <a:ea typeface="Arial"/>
                <a:cs typeface="Arial"/>
              </a:defRPr>
            </a:lvl2pPr>
            <a:lvl3pPr algn="l">
              <a:defRPr sz="1575" b="1">
                <a:solidFill>
                  <a:srgbClr val="15313A"/>
                </a:solidFill>
                <a:latin typeface="Arial"/>
                <a:ea typeface="Arial"/>
                <a:cs typeface="Arial"/>
              </a:defRPr>
            </a:lvl3pPr>
            <a:lvl4pPr algn="l">
              <a:defRPr sz="1575" b="1">
                <a:solidFill>
                  <a:srgbClr val="15313A"/>
                </a:solidFill>
                <a:latin typeface="Arial"/>
                <a:ea typeface="Arial"/>
                <a:cs typeface="Arial"/>
              </a:defRPr>
            </a:lvl4pPr>
            <a:lvl5pPr algn="l">
              <a:defRPr sz="1575" b="1">
                <a:solidFill>
                  <a:srgbClr val="15313A"/>
                </a:solidFill>
                <a:latin typeface="Arial"/>
                <a:ea typeface="Arial"/>
                <a:cs typeface="Arial"/>
              </a:defRPr>
            </a:lvl5pPr>
            <a:lvl6pPr algn="l">
              <a:defRPr sz="1575" b="1">
                <a:solidFill>
                  <a:srgbClr val="15313A"/>
                </a:solidFill>
                <a:latin typeface="Arial"/>
                <a:ea typeface="Arial"/>
                <a:cs typeface="Arial"/>
              </a:defRPr>
            </a:lvl6pPr>
            <a:lvl7pPr algn="l">
              <a:defRPr sz="1575" b="1">
                <a:solidFill>
                  <a:srgbClr val="15313A"/>
                </a:solidFill>
                <a:latin typeface="Arial"/>
                <a:ea typeface="Arial"/>
                <a:cs typeface="Arial"/>
              </a:defRPr>
            </a:lvl7pPr>
            <a:lvl8pPr algn="l">
              <a:defRPr sz="1575" b="1">
                <a:solidFill>
                  <a:srgbClr val="15313A"/>
                </a:solidFill>
                <a:latin typeface="Arial"/>
                <a:ea typeface="Arial"/>
                <a:cs typeface="Arial"/>
              </a:defRPr>
            </a:lvl8pPr>
            <a:lvl9pPr algn="l">
              <a:defRPr sz="1575" b="1">
                <a:solidFill>
                  <a:srgbClr val="15313A"/>
                </a:solidFill>
                <a:latin typeface="Arial"/>
                <a:ea typeface="Arial"/>
                <a:cs typeface="Arial"/>
              </a:defRPr>
            </a:lvl9pPr>
          </a:lstStyle>
          <a:p xmlns:a="http://schemas.openxmlformats.org/drawingml/2006/main">
            <a:pPr algn="l">
              <a:lnSpc>
                <a:spcPct val="102000"/>
              </a:lnSpc>
              <a:buNone/>
              <a:defRPr sz="1575" b="1">
                <a:solidFill>
                  <a:srgbClr val="15313A"/>
                </a:solidFill>
                <a:latin typeface="Arial"/>
                <a:ea typeface="Arial"/>
                <a:cs typeface="Arial"/>
              </a:defRPr>
            </a:pPr>
            <a:r>
              <a:rPr sz="1575" b="1">
                <a:solidFill>
                  <a:srgbClr val="15313A"/>
                </a:solidFill>
                <a:latin typeface="Arial"/>
                <a:ea typeface="Arial"/>
                <a:cs typeface="Arial"/>
              </a:rPr>
              <a:t>Logistic regression · 14 selected features · scaling inside the training pipeline</a:t>
            </a:r>
          </a:p>
        </p:txBody>
      </p:sp>
      <p:sp>
        <p:nvSpPr>
          <p:cNvPr id="27" name="">
            <a:extLst xmlns:a="http://schemas.openxmlformats.org/drawingml/2006/main">
              <a:ext uri="{FF2B5EF4-FFF2-40B4-BE49-F238E27FC236}">
                <a16:creationId xmlns:a16="http://schemas.microsoft.com/office/drawing/2014/main" id="{C6AEC2AD-9708-4447-B771-9DF9BC57F10B}"/>
              </a:ext>
            </a:extLst>
          </p:cNvPr>
          <p:cNvSpPr>
            <a:spLocks xmlns:a="http://schemas.openxmlformats.org/drawingml/2006/main" noGrp="1"/>
          </p:cNvSpPr>
          <p:nvPr/>
        </p:nvSpPr>
        <p:spPr>
          <a:xfrm xmlns:a="http://schemas.openxmlformats.org/drawingml/2006/main">
            <a:off x="781050" y="5105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The fixed test set has since been reused across experiments; results are exploratory, not fresh validation.</a:t>
            </a:r>
          </a:p>
        </p:txBody>
      </p:sp>
      <p:sp>
        <p:nvSpPr>
          <p:cNvPr id="28" name="">
            <a:extLst xmlns:a="http://schemas.openxmlformats.org/drawingml/2006/main">
              <a:ext uri="{FF2B5EF4-FFF2-40B4-BE49-F238E27FC236}">
                <a16:creationId xmlns:a16="http://schemas.microsoft.com/office/drawing/2014/main" id="{ABBEA7E2-355E-4218-9C8B-DD5BB88C5226}"/>
              </a:ext>
            </a:extLst>
          </p:cNvPr>
          <p:cNvSpPr>
            <a:spLocks xmlns:a="http://schemas.openxmlformats.org/drawingml/2006/main" noGrp="1"/>
          </p:cNvSpPr>
          <p:nvPr/>
        </p:nvSpPr>
        <p:spPr>
          <a:xfrm xmlns:a="http://schemas.openxmlformats.org/drawingml/2006/main">
            <a:off x="781050" y="5819775"/>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36D5F"/>
                </a:solidFill>
                <a:latin typeface="Arial"/>
                <a:ea typeface="Arial"/>
                <a:cs typeface="Arial"/>
              </a:defRPr>
            </a:defPPr>
            <a:lvl1pPr algn="l">
              <a:defRPr sz="1275" b="1">
                <a:solidFill>
                  <a:srgbClr val="E36D5F"/>
                </a:solidFill>
                <a:latin typeface="Arial"/>
                <a:ea typeface="Arial"/>
                <a:cs typeface="Arial"/>
              </a:defRPr>
            </a:lvl1pPr>
            <a:lvl2pPr algn="l">
              <a:defRPr sz="1275" b="1">
                <a:solidFill>
                  <a:srgbClr val="E36D5F"/>
                </a:solidFill>
                <a:latin typeface="Arial"/>
                <a:ea typeface="Arial"/>
                <a:cs typeface="Arial"/>
              </a:defRPr>
            </a:lvl2pPr>
            <a:lvl3pPr algn="l">
              <a:defRPr sz="1275" b="1">
                <a:solidFill>
                  <a:srgbClr val="E36D5F"/>
                </a:solidFill>
                <a:latin typeface="Arial"/>
                <a:ea typeface="Arial"/>
                <a:cs typeface="Arial"/>
              </a:defRPr>
            </a:lvl3pPr>
            <a:lvl4pPr algn="l">
              <a:defRPr sz="1275" b="1">
                <a:solidFill>
                  <a:srgbClr val="E36D5F"/>
                </a:solidFill>
                <a:latin typeface="Arial"/>
                <a:ea typeface="Arial"/>
                <a:cs typeface="Arial"/>
              </a:defRPr>
            </a:lvl4pPr>
            <a:lvl5pPr algn="l">
              <a:defRPr sz="1275" b="1">
                <a:solidFill>
                  <a:srgbClr val="E36D5F"/>
                </a:solidFill>
                <a:latin typeface="Arial"/>
                <a:ea typeface="Arial"/>
                <a:cs typeface="Arial"/>
              </a:defRPr>
            </a:lvl5pPr>
            <a:lvl6pPr algn="l">
              <a:defRPr sz="1275" b="1">
                <a:solidFill>
                  <a:srgbClr val="E36D5F"/>
                </a:solidFill>
                <a:latin typeface="Arial"/>
                <a:ea typeface="Arial"/>
                <a:cs typeface="Arial"/>
              </a:defRPr>
            </a:lvl6pPr>
            <a:lvl7pPr algn="l">
              <a:defRPr sz="1275" b="1">
                <a:solidFill>
                  <a:srgbClr val="E36D5F"/>
                </a:solidFill>
                <a:latin typeface="Arial"/>
                <a:ea typeface="Arial"/>
                <a:cs typeface="Arial"/>
              </a:defRPr>
            </a:lvl7pPr>
            <a:lvl8pPr algn="l">
              <a:defRPr sz="1275" b="1">
                <a:solidFill>
                  <a:srgbClr val="E36D5F"/>
                </a:solidFill>
                <a:latin typeface="Arial"/>
                <a:ea typeface="Arial"/>
                <a:cs typeface="Arial"/>
              </a:defRPr>
            </a:lvl8pPr>
            <a:lvl9pPr algn="l">
              <a:defRPr sz="1275" b="1">
                <a:solidFill>
                  <a:srgbClr val="E36D5F"/>
                </a:solidFill>
                <a:latin typeface="Arial"/>
                <a:ea typeface="Arial"/>
                <a:cs typeface="Arial"/>
              </a:defRPr>
            </a:lvl9pPr>
          </a:lstStyle>
          <a:p xmlns:a="http://schemas.openxmlformats.org/drawingml/2006/main">
            <a:pPr algn="l">
              <a:lnSpc>
                <a:spcPct val="102000"/>
              </a:lnSpc>
              <a:buNone/>
              <a:defRPr sz="1275" b="1">
                <a:solidFill>
                  <a:srgbClr val="E36D5F"/>
                </a:solidFill>
                <a:latin typeface="Arial"/>
                <a:ea typeface="Arial"/>
                <a:cs typeface="Arial"/>
              </a:defRPr>
            </a:pPr>
            <a:r>
              <a:rPr sz="1275" b="1">
                <a:solidFill>
                  <a:srgbClr val="E36D5F"/>
                </a:solidFill>
                <a:latin typeface="Arial"/>
                <a:ea typeface="Arial"/>
                <a:cs typeface="Arial"/>
              </a:rPr>
              <a:t>85% recall was a working project target.</a:t>
            </a:r>
          </a:p>
        </p:txBody>
      </p:sp>
      <p:sp>
        <p:nvSpPr>
          <p:cNvPr id="29" name="">
            <a:extLst xmlns:a="http://schemas.openxmlformats.org/drawingml/2006/main">
              <a:ext uri="{FF2B5EF4-FFF2-40B4-BE49-F238E27FC236}">
                <a16:creationId xmlns:a16="http://schemas.microsoft.com/office/drawing/2014/main" id="{17C36A32-628E-4A2E-8F3D-F82A4EE95343}"/>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notebooks/05_modeling_cmb(original70K); M1 model bundle; README.md</a:t>
            </a:r>
          </a:p>
        </p:txBody>
      </p:sp>
      <p:sp>
        <p:nvSpPr>
          <p:cNvPr id="30" name="">
            <a:extLst xmlns:a="http://schemas.openxmlformats.org/drawingml/2006/main">
              <a:ext uri="{FF2B5EF4-FFF2-40B4-BE49-F238E27FC236}">
                <a16:creationId xmlns:a16="http://schemas.microsoft.com/office/drawing/2014/main" id="{364DE64C-F1B8-49C4-B6AC-F72298DCF266}"/>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06 / 10</a:t>
            </a:r>
          </a:p>
        </p:txBody>
      </p:sp>
    </p:spTree>
    <p:extLst>
      <p:ext uri="{BB962C8B-B14F-4D97-AF65-F5344CB8AC3E}">
        <p14:creationId xmlns:p14="http://schemas.microsoft.com/office/powerpoint/2010/main" val="7930945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915D621-B481-4470-9E11-AC66EF70CC9C}"/>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SO WHAT · M1 RESULTS</a:t>
            </a:r>
          </a:p>
        </p:txBody>
      </p:sp>
      <p:sp>
        <p:nvSpPr>
          <p:cNvPr id="2" name="">
            <a:extLst xmlns:a="http://schemas.openxmlformats.org/drawingml/2006/main">
              <a:ext uri="{FF2B5EF4-FFF2-40B4-BE49-F238E27FC236}">
                <a16:creationId xmlns:a16="http://schemas.microsoft.com/office/drawing/2014/main" id="{C17CAF83-46B0-4485-BBD8-695A1B5F3B95}"/>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M1 finds about 85% of positive cases</a:t>
            </a:r>
          </a:p>
        </p:txBody>
      </p:sp>
      <p:sp>
        <p:nvSpPr>
          <p:cNvPr id="3" name="">
            <a:extLst xmlns:a="http://schemas.openxmlformats.org/drawingml/2006/main">
              <a:ext uri="{FF2B5EF4-FFF2-40B4-BE49-F238E27FC236}">
                <a16:creationId xmlns:a16="http://schemas.microsoft.com/office/drawing/2014/main" id="{55BDA79B-5C6D-4052-B20B-19416678A0E0}"/>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14,039 real test rows · threshold 0.396 · test set is balanced</a:t>
            </a:r>
          </a:p>
        </p:txBody>
      </p:sp>
      <p:sp>
        <p:nvSpPr>
          <p:cNvPr id="4" name="">
            <a:extLst xmlns:a="http://schemas.openxmlformats.org/drawingml/2006/main">
              <a:ext uri="{FF2B5EF4-FFF2-40B4-BE49-F238E27FC236}">
                <a16:creationId xmlns:a16="http://schemas.microsoft.com/office/drawing/2014/main" id="{92A7C7D6-C0AF-4624-B06B-7DDB103B5529}"/>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3EB391-95AB-4699-98BE-9E1F5B2931FD}"/>
              </a:ext>
            </a:extLst>
          </p:cNvPr>
          <p:cNvSpPr>
            <a:spLocks xmlns:a="http://schemas.openxmlformats.org/drawingml/2006/main" noGrp="1"/>
          </p:cNvSpPr>
          <p:nvPr/>
        </p:nvSpPr>
        <p:spPr>
          <a:xfrm xmlns:a="http://schemas.openxmlformats.org/drawingml/2006/main">
            <a:off x="781050" y="19240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C7077"/>
                </a:solidFill>
                <a:latin typeface="Arial"/>
                <a:ea typeface="Arial"/>
                <a:cs typeface="Arial"/>
              </a:defRPr>
            </a:defPPr>
            <a:lvl1pPr algn="l">
              <a:defRPr sz="1200" b="1">
                <a:solidFill>
                  <a:srgbClr val="5C7077"/>
                </a:solidFill>
                <a:latin typeface="Arial"/>
                <a:ea typeface="Arial"/>
                <a:cs typeface="Arial"/>
              </a:defRPr>
            </a:lvl1pPr>
            <a:lvl2pPr algn="l">
              <a:defRPr sz="1200" b="1">
                <a:solidFill>
                  <a:srgbClr val="5C7077"/>
                </a:solidFill>
                <a:latin typeface="Arial"/>
                <a:ea typeface="Arial"/>
                <a:cs typeface="Arial"/>
              </a:defRPr>
            </a:lvl2pPr>
            <a:lvl3pPr algn="l">
              <a:defRPr sz="1200" b="1">
                <a:solidFill>
                  <a:srgbClr val="5C7077"/>
                </a:solidFill>
                <a:latin typeface="Arial"/>
                <a:ea typeface="Arial"/>
                <a:cs typeface="Arial"/>
              </a:defRPr>
            </a:lvl3pPr>
            <a:lvl4pPr algn="l">
              <a:defRPr sz="1200" b="1">
                <a:solidFill>
                  <a:srgbClr val="5C7077"/>
                </a:solidFill>
                <a:latin typeface="Arial"/>
                <a:ea typeface="Arial"/>
                <a:cs typeface="Arial"/>
              </a:defRPr>
            </a:lvl4pPr>
            <a:lvl5pPr algn="l">
              <a:defRPr sz="1200" b="1">
                <a:solidFill>
                  <a:srgbClr val="5C7077"/>
                </a:solidFill>
                <a:latin typeface="Arial"/>
                <a:ea typeface="Arial"/>
                <a:cs typeface="Arial"/>
              </a:defRPr>
            </a:lvl5pPr>
            <a:lvl6pPr algn="l">
              <a:defRPr sz="1200" b="1">
                <a:solidFill>
                  <a:srgbClr val="5C7077"/>
                </a:solidFill>
                <a:latin typeface="Arial"/>
                <a:ea typeface="Arial"/>
                <a:cs typeface="Arial"/>
              </a:defRPr>
            </a:lvl6pPr>
            <a:lvl7pPr algn="l">
              <a:defRPr sz="1200" b="1">
                <a:solidFill>
                  <a:srgbClr val="5C7077"/>
                </a:solidFill>
                <a:latin typeface="Arial"/>
                <a:ea typeface="Arial"/>
                <a:cs typeface="Arial"/>
              </a:defRPr>
            </a:lvl7pPr>
            <a:lvl8pPr algn="l">
              <a:defRPr sz="1200" b="1">
                <a:solidFill>
                  <a:srgbClr val="5C7077"/>
                </a:solidFill>
                <a:latin typeface="Arial"/>
                <a:ea typeface="Arial"/>
                <a:cs typeface="Arial"/>
              </a:defRPr>
            </a:lvl8pPr>
            <a:lvl9pPr algn="l">
              <a:defRPr sz="1200" b="1">
                <a:solidFill>
                  <a:srgbClr val="5C7077"/>
                </a:solidFill>
                <a:latin typeface="Arial"/>
                <a:ea typeface="Arial"/>
                <a:cs typeface="Arial"/>
              </a:defRPr>
            </a:lvl9pPr>
          </a:lstStyle>
          <a:p xmlns:a="http://schemas.openxmlformats.org/drawingml/2006/main">
            <a:pPr algn="l">
              <a:lnSpc>
                <a:spcPct val="102000"/>
              </a:lnSpc>
              <a:buNone/>
              <a:defRPr sz="1200" b="1">
                <a:solidFill>
                  <a:srgbClr val="5C7077"/>
                </a:solidFill>
                <a:latin typeface="Arial"/>
                <a:ea typeface="Arial"/>
                <a:cs typeface="Arial"/>
              </a:defRPr>
            </a:pPr>
            <a:r>
              <a:rPr sz="1200" b="1">
                <a:solidFill>
                  <a:srgbClr val="5C7077"/>
                </a:solidFill>
                <a:latin typeface="Arial"/>
                <a:ea typeface="Arial"/>
                <a:cs typeface="Arial"/>
              </a:rPr>
              <a:t>ACTUAL CLASS 1 · REPORTED DIAGNOSIS</a:t>
            </a:r>
          </a:p>
        </p:txBody>
      </p:sp>
      <p:sp>
        <p:nvSpPr>
          <p:cNvPr id="6" name="">
            <a:extLst xmlns:a="http://schemas.openxmlformats.org/drawingml/2006/main">
              <a:ext uri="{FF2B5EF4-FFF2-40B4-BE49-F238E27FC236}">
                <a16:creationId xmlns:a16="http://schemas.microsoft.com/office/drawing/2014/main" id="{1A6FD366-8FE7-413F-A7BF-801ABF8527FB}"/>
              </a:ext>
            </a:extLst>
          </p:cNvPr>
          <p:cNvSpPr>
            <a:spLocks xmlns:a="http://schemas.openxmlformats.org/drawingml/2006/main" noGrp="1"/>
          </p:cNvSpPr>
          <p:nvPr/>
        </p:nvSpPr>
        <p:spPr>
          <a:xfrm xmlns:a="http://schemas.openxmlformats.org/drawingml/2006/main">
            <a:off x="781050" y="2286000"/>
            <a:ext cx="3095625" cy="1181100"/>
          </a:xfrm>
          <a:prstGeom xmlns:a="http://schemas.openxmlformats.org/drawingml/2006/main" prst="rect">
            <a:avLst/>
          </a:prstGeom>
          <a:solidFill xmlns:a="http://schemas.openxmlformats.org/drawingml/2006/main">
            <a:srgbClr val="009F9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AB69697-78B9-490A-AC93-6A33BD2F9957}"/>
              </a:ext>
            </a:extLst>
          </p:cNvPr>
          <p:cNvSpPr>
            <a:spLocks xmlns:a="http://schemas.openxmlformats.org/drawingml/2006/main" noGrp="1"/>
          </p:cNvSpPr>
          <p:nvPr/>
        </p:nvSpPr>
        <p:spPr>
          <a:xfrm xmlns:a="http://schemas.openxmlformats.org/drawingml/2006/main">
            <a:off x="990600" y="244792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lnSpc>
                <a:spcPct val="102000"/>
              </a:lnSpc>
              <a:buNone/>
              <a:defRPr sz="3300" b="1">
                <a:solidFill>
                  <a:srgbClr val="FFFFFF"/>
                </a:solidFill>
                <a:latin typeface="Arial"/>
                <a:ea typeface="Arial"/>
                <a:cs typeface="Arial"/>
              </a:defRPr>
            </a:pPr>
            <a:r>
              <a:rPr sz="3300" b="1">
                <a:solidFill>
                  <a:srgbClr val="FFFFFF"/>
                </a:solidFill>
                <a:latin typeface="Arial"/>
                <a:ea typeface="Arial"/>
                <a:cs typeface="Arial"/>
              </a:rPr>
              <a:t>5,967</a:t>
            </a:r>
          </a:p>
        </p:txBody>
      </p:sp>
      <p:sp>
        <p:nvSpPr>
          <p:cNvPr id="8" name="">
            <a:extLst xmlns:a="http://schemas.openxmlformats.org/drawingml/2006/main">
              <a:ext uri="{FF2B5EF4-FFF2-40B4-BE49-F238E27FC236}">
                <a16:creationId xmlns:a16="http://schemas.microsoft.com/office/drawing/2014/main" id="{CF48F05B-A0CB-4354-BCC0-D3B330146AD9}"/>
              </a:ext>
            </a:extLst>
          </p:cNvPr>
          <p:cNvSpPr>
            <a:spLocks xmlns:a="http://schemas.openxmlformats.org/drawingml/2006/main" noGrp="1"/>
          </p:cNvSpPr>
          <p:nvPr/>
        </p:nvSpPr>
        <p:spPr>
          <a:xfrm xmlns:a="http://schemas.openxmlformats.org/drawingml/2006/main">
            <a:off x="990600" y="305752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lnSpc>
                <a:spcPct val="102000"/>
              </a:lnSpc>
              <a:buNone/>
              <a:defRPr sz="1350" b="0">
                <a:solidFill>
                  <a:srgbClr val="FFFFFF"/>
                </a:solidFill>
                <a:latin typeface="Arial"/>
                <a:ea typeface="Arial"/>
                <a:cs typeface="Arial"/>
              </a:defRPr>
            </a:pPr>
            <a:r>
              <a:rPr sz="1350" b="0">
                <a:solidFill>
                  <a:srgbClr val="FFFFFF"/>
                </a:solidFill>
                <a:latin typeface="Arial"/>
                <a:ea typeface="Arial"/>
                <a:cs typeface="Arial"/>
              </a:rPr>
              <a:t>detected · true positive</a:t>
            </a:r>
          </a:p>
        </p:txBody>
      </p:sp>
      <p:sp>
        <p:nvSpPr>
          <p:cNvPr id="9" name="">
            <a:extLst xmlns:a="http://schemas.openxmlformats.org/drawingml/2006/main">
              <a:ext uri="{FF2B5EF4-FFF2-40B4-BE49-F238E27FC236}">
                <a16:creationId xmlns:a16="http://schemas.microsoft.com/office/drawing/2014/main" id="{8A5B0206-C39A-444D-B927-DC44A9620C32}"/>
              </a:ext>
            </a:extLst>
          </p:cNvPr>
          <p:cNvSpPr>
            <a:spLocks xmlns:a="http://schemas.openxmlformats.org/drawingml/2006/main" noGrp="1"/>
          </p:cNvSpPr>
          <p:nvPr/>
        </p:nvSpPr>
        <p:spPr>
          <a:xfrm xmlns:a="http://schemas.openxmlformats.org/drawingml/2006/main">
            <a:off x="4010025" y="2286000"/>
            <a:ext cx="3095625" cy="1181100"/>
          </a:xfrm>
          <a:prstGeom xmlns:a="http://schemas.openxmlformats.org/drawingml/2006/main" prst="rect">
            <a:avLst/>
          </a:prstGeom>
          <a:solidFill xmlns:a="http://schemas.openxmlformats.org/drawingml/2006/main">
            <a:srgbClr val="F4E2D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A0F162-580B-449D-B65E-11060D0A35CC}"/>
              </a:ext>
            </a:extLst>
          </p:cNvPr>
          <p:cNvSpPr>
            <a:spLocks xmlns:a="http://schemas.openxmlformats.org/drawingml/2006/main" noGrp="1"/>
          </p:cNvSpPr>
          <p:nvPr/>
        </p:nvSpPr>
        <p:spPr>
          <a:xfrm xmlns:a="http://schemas.openxmlformats.org/drawingml/2006/main">
            <a:off x="4219575" y="244792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E36D5F"/>
                </a:solidFill>
                <a:latin typeface="Arial"/>
                <a:ea typeface="Arial"/>
                <a:cs typeface="Arial"/>
              </a:defRPr>
            </a:defPPr>
            <a:lvl1pPr algn="l">
              <a:defRPr sz="3300" b="1">
                <a:solidFill>
                  <a:srgbClr val="E36D5F"/>
                </a:solidFill>
                <a:latin typeface="Arial"/>
                <a:ea typeface="Arial"/>
                <a:cs typeface="Arial"/>
              </a:defRPr>
            </a:lvl1pPr>
            <a:lvl2pPr algn="l">
              <a:defRPr sz="3300" b="1">
                <a:solidFill>
                  <a:srgbClr val="E36D5F"/>
                </a:solidFill>
                <a:latin typeface="Arial"/>
                <a:ea typeface="Arial"/>
                <a:cs typeface="Arial"/>
              </a:defRPr>
            </a:lvl2pPr>
            <a:lvl3pPr algn="l">
              <a:defRPr sz="3300" b="1">
                <a:solidFill>
                  <a:srgbClr val="E36D5F"/>
                </a:solidFill>
                <a:latin typeface="Arial"/>
                <a:ea typeface="Arial"/>
                <a:cs typeface="Arial"/>
              </a:defRPr>
            </a:lvl3pPr>
            <a:lvl4pPr algn="l">
              <a:defRPr sz="3300" b="1">
                <a:solidFill>
                  <a:srgbClr val="E36D5F"/>
                </a:solidFill>
                <a:latin typeface="Arial"/>
                <a:ea typeface="Arial"/>
                <a:cs typeface="Arial"/>
              </a:defRPr>
            </a:lvl4pPr>
            <a:lvl5pPr algn="l">
              <a:defRPr sz="3300" b="1">
                <a:solidFill>
                  <a:srgbClr val="E36D5F"/>
                </a:solidFill>
                <a:latin typeface="Arial"/>
                <a:ea typeface="Arial"/>
                <a:cs typeface="Arial"/>
              </a:defRPr>
            </a:lvl5pPr>
            <a:lvl6pPr algn="l">
              <a:defRPr sz="3300" b="1">
                <a:solidFill>
                  <a:srgbClr val="E36D5F"/>
                </a:solidFill>
                <a:latin typeface="Arial"/>
                <a:ea typeface="Arial"/>
                <a:cs typeface="Arial"/>
              </a:defRPr>
            </a:lvl6pPr>
            <a:lvl7pPr algn="l">
              <a:defRPr sz="3300" b="1">
                <a:solidFill>
                  <a:srgbClr val="E36D5F"/>
                </a:solidFill>
                <a:latin typeface="Arial"/>
                <a:ea typeface="Arial"/>
                <a:cs typeface="Arial"/>
              </a:defRPr>
            </a:lvl7pPr>
            <a:lvl8pPr algn="l">
              <a:defRPr sz="3300" b="1">
                <a:solidFill>
                  <a:srgbClr val="E36D5F"/>
                </a:solidFill>
                <a:latin typeface="Arial"/>
                <a:ea typeface="Arial"/>
                <a:cs typeface="Arial"/>
              </a:defRPr>
            </a:lvl8pPr>
            <a:lvl9pPr algn="l">
              <a:defRPr sz="3300" b="1">
                <a:solidFill>
                  <a:srgbClr val="E36D5F"/>
                </a:solidFill>
                <a:latin typeface="Arial"/>
                <a:ea typeface="Arial"/>
                <a:cs typeface="Arial"/>
              </a:defRPr>
            </a:lvl9pPr>
          </a:lstStyle>
          <a:p xmlns:a="http://schemas.openxmlformats.org/drawingml/2006/main">
            <a:pPr algn="l">
              <a:lnSpc>
                <a:spcPct val="102000"/>
              </a:lnSpc>
              <a:buNone/>
              <a:defRPr sz="3300" b="1">
                <a:solidFill>
                  <a:srgbClr val="E36D5F"/>
                </a:solidFill>
                <a:latin typeface="Arial"/>
                <a:ea typeface="Arial"/>
                <a:cs typeface="Arial"/>
              </a:defRPr>
            </a:pPr>
            <a:r>
              <a:rPr sz="3300" b="1">
                <a:solidFill>
                  <a:srgbClr val="E36D5F"/>
                </a:solidFill>
                <a:latin typeface="Arial"/>
                <a:ea typeface="Arial"/>
                <a:cs typeface="Arial"/>
              </a:rPr>
              <a:t>1,052</a:t>
            </a:r>
          </a:p>
        </p:txBody>
      </p:sp>
      <p:sp>
        <p:nvSpPr>
          <p:cNvPr id="11" name="">
            <a:extLst xmlns:a="http://schemas.openxmlformats.org/drawingml/2006/main">
              <a:ext uri="{FF2B5EF4-FFF2-40B4-BE49-F238E27FC236}">
                <a16:creationId xmlns:a16="http://schemas.microsoft.com/office/drawing/2014/main" id="{84DF05C5-E466-4BED-A3F5-51E4A7476BC0}"/>
              </a:ext>
            </a:extLst>
          </p:cNvPr>
          <p:cNvSpPr>
            <a:spLocks xmlns:a="http://schemas.openxmlformats.org/drawingml/2006/main" noGrp="1"/>
          </p:cNvSpPr>
          <p:nvPr/>
        </p:nvSpPr>
        <p:spPr>
          <a:xfrm xmlns:a="http://schemas.openxmlformats.org/drawingml/2006/main">
            <a:off x="4219575" y="305752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5313A"/>
                </a:solidFill>
                <a:latin typeface="Arial"/>
                <a:ea typeface="Arial"/>
                <a:cs typeface="Arial"/>
              </a:defRPr>
            </a:defPPr>
            <a:lvl1pPr algn="l">
              <a:defRPr sz="1350" b="0">
                <a:solidFill>
                  <a:srgbClr val="15313A"/>
                </a:solidFill>
                <a:latin typeface="Arial"/>
                <a:ea typeface="Arial"/>
                <a:cs typeface="Arial"/>
              </a:defRPr>
            </a:lvl1pPr>
            <a:lvl2pPr algn="l">
              <a:defRPr sz="1350" b="0">
                <a:solidFill>
                  <a:srgbClr val="15313A"/>
                </a:solidFill>
                <a:latin typeface="Arial"/>
                <a:ea typeface="Arial"/>
                <a:cs typeface="Arial"/>
              </a:defRPr>
            </a:lvl2pPr>
            <a:lvl3pPr algn="l">
              <a:defRPr sz="1350" b="0">
                <a:solidFill>
                  <a:srgbClr val="15313A"/>
                </a:solidFill>
                <a:latin typeface="Arial"/>
                <a:ea typeface="Arial"/>
                <a:cs typeface="Arial"/>
              </a:defRPr>
            </a:lvl3pPr>
            <a:lvl4pPr algn="l">
              <a:defRPr sz="1350" b="0">
                <a:solidFill>
                  <a:srgbClr val="15313A"/>
                </a:solidFill>
                <a:latin typeface="Arial"/>
                <a:ea typeface="Arial"/>
                <a:cs typeface="Arial"/>
              </a:defRPr>
            </a:lvl4pPr>
            <a:lvl5pPr algn="l">
              <a:defRPr sz="1350" b="0">
                <a:solidFill>
                  <a:srgbClr val="15313A"/>
                </a:solidFill>
                <a:latin typeface="Arial"/>
                <a:ea typeface="Arial"/>
                <a:cs typeface="Arial"/>
              </a:defRPr>
            </a:lvl5pPr>
            <a:lvl6pPr algn="l">
              <a:defRPr sz="1350" b="0">
                <a:solidFill>
                  <a:srgbClr val="15313A"/>
                </a:solidFill>
                <a:latin typeface="Arial"/>
                <a:ea typeface="Arial"/>
                <a:cs typeface="Arial"/>
              </a:defRPr>
            </a:lvl6pPr>
            <a:lvl7pPr algn="l">
              <a:defRPr sz="1350" b="0">
                <a:solidFill>
                  <a:srgbClr val="15313A"/>
                </a:solidFill>
                <a:latin typeface="Arial"/>
                <a:ea typeface="Arial"/>
                <a:cs typeface="Arial"/>
              </a:defRPr>
            </a:lvl7pPr>
            <a:lvl8pPr algn="l">
              <a:defRPr sz="1350" b="0">
                <a:solidFill>
                  <a:srgbClr val="15313A"/>
                </a:solidFill>
                <a:latin typeface="Arial"/>
                <a:ea typeface="Arial"/>
                <a:cs typeface="Arial"/>
              </a:defRPr>
            </a:lvl8pPr>
            <a:lvl9pPr algn="l">
              <a:defRPr sz="1350" b="0">
                <a:solidFill>
                  <a:srgbClr val="15313A"/>
                </a:solidFill>
                <a:latin typeface="Arial"/>
                <a:ea typeface="Arial"/>
                <a:cs typeface="Arial"/>
              </a:defRPr>
            </a:lvl9pPr>
          </a:lstStyle>
          <a:p xmlns:a="http://schemas.openxmlformats.org/drawingml/2006/main">
            <a:pPr algn="l">
              <a:lnSpc>
                <a:spcPct val="102000"/>
              </a:lnSpc>
              <a:buNone/>
              <a:defRPr sz="1350" b="0">
                <a:solidFill>
                  <a:srgbClr val="15313A"/>
                </a:solidFill>
                <a:latin typeface="Arial"/>
                <a:ea typeface="Arial"/>
                <a:cs typeface="Arial"/>
              </a:defRPr>
            </a:pPr>
            <a:r>
              <a:rPr sz="1350" b="0">
                <a:solidFill>
                  <a:srgbClr val="15313A"/>
                </a:solidFill>
                <a:latin typeface="Arial"/>
                <a:ea typeface="Arial"/>
                <a:cs typeface="Arial"/>
              </a:rPr>
              <a:t>missed · false negative</a:t>
            </a:r>
          </a:p>
        </p:txBody>
      </p:sp>
      <p:sp>
        <p:nvSpPr>
          <p:cNvPr id="12" name="">
            <a:extLst xmlns:a="http://schemas.openxmlformats.org/drawingml/2006/main">
              <a:ext uri="{FF2B5EF4-FFF2-40B4-BE49-F238E27FC236}">
                <a16:creationId xmlns:a16="http://schemas.microsoft.com/office/drawing/2014/main" id="{01A9D3EB-26A5-4FE5-BAB1-3D2D1E2F355F}"/>
              </a:ext>
            </a:extLst>
          </p:cNvPr>
          <p:cNvSpPr>
            <a:spLocks xmlns:a="http://schemas.openxmlformats.org/drawingml/2006/main" noGrp="1"/>
          </p:cNvSpPr>
          <p:nvPr/>
        </p:nvSpPr>
        <p:spPr>
          <a:xfrm xmlns:a="http://schemas.openxmlformats.org/drawingml/2006/main">
            <a:off x="781050" y="3714750"/>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C7077"/>
                </a:solidFill>
                <a:latin typeface="Arial"/>
                <a:ea typeface="Arial"/>
                <a:cs typeface="Arial"/>
              </a:defRPr>
            </a:defPPr>
            <a:lvl1pPr algn="l">
              <a:defRPr sz="1200" b="1">
                <a:solidFill>
                  <a:srgbClr val="5C7077"/>
                </a:solidFill>
                <a:latin typeface="Arial"/>
                <a:ea typeface="Arial"/>
                <a:cs typeface="Arial"/>
              </a:defRPr>
            </a:lvl1pPr>
            <a:lvl2pPr algn="l">
              <a:defRPr sz="1200" b="1">
                <a:solidFill>
                  <a:srgbClr val="5C7077"/>
                </a:solidFill>
                <a:latin typeface="Arial"/>
                <a:ea typeface="Arial"/>
                <a:cs typeface="Arial"/>
              </a:defRPr>
            </a:lvl2pPr>
            <a:lvl3pPr algn="l">
              <a:defRPr sz="1200" b="1">
                <a:solidFill>
                  <a:srgbClr val="5C7077"/>
                </a:solidFill>
                <a:latin typeface="Arial"/>
                <a:ea typeface="Arial"/>
                <a:cs typeface="Arial"/>
              </a:defRPr>
            </a:lvl3pPr>
            <a:lvl4pPr algn="l">
              <a:defRPr sz="1200" b="1">
                <a:solidFill>
                  <a:srgbClr val="5C7077"/>
                </a:solidFill>
                <a:latin typeface="Arial"/>
                <a:ea typeface="Arial"/>
                <a:cs typeface="Arial"/>
              </a:defRPr>
            </a:lvl4pPr>
            <a:lvl5pPr algn="l">
              <a:defRPr sz="1200" b="1">
                <a:solidFill>
                  <a:srgbClr val="5C7077"/>
                </a:solidFill>
                <a:latin typeface="Arial"/>
                <a:ea typeface="Arial"/>
                <a:cs typeface="Arial"/>
              </a:defRPr>
            </a:lvl5pPr>
            <a:lvl6pPr algn="l">
              <a:defRPr sz="1200" b="1">
                <a:solidFill>
                  <a:srgbClr val="5C7077"/>
                </a:solidFill>
                <a:latin typeface="Arial"/>
                <a:ea typeface="Arial"/>
                <a:cs typeface="Arial"/>
              </a:defRPr>
            </a:lvl6pPr>
            <a:lvl7pPr algn="l">
              <a:defRPr sz="1200" b="1">
                <a:solidFill>
                  <a:srgbClr val="5C7077"/>
                </a:solidFill>
                <a:latin typeface="Arial"/>
                <a:ea typeface="Arial"/>
                <a:cs typeface="Arial"/>
              </a:defRPr>
            </a:lvl7pPr>
            <a:lvl8pPr algn="l">
              <a:defRPr sz="1200" b="1">
                <a:solidFill>
                  <a:srgbClr val="5C7077"/>
                </a:solidFill>
                <a:latin typeface="Arial"/>
                <a:ea typeface="Arial"/>
                <a:cs typeface="Arial"/>
              </a:defRPr>
            </a:lvl8pPr>
            <a:lvl9pPr algn="l">
              <a:defRPr sz="1200" b="1">
                <a:solidFill>
                  <a:srgbClr val="5C7077"/>
                </a:solidFill>
                <a:latin typeface="Arial"/>
                <a:ea typeface="Arial"/>
                <a:cs typeface="Arial"/>
              </a:defRPr>
            </a:lvl9pPr>
          </a:lstStyle>
          <a:p xmlns:a="http://schemas.openxmlformats.org/drawingml/2006/main">
            <a:pPr algn="l">
              <a:lnSpc>
                <a:spcPct val="102000"/>
              </a:lnSpc>
              <a:buNone/>
              <a:defRPr sz="1200" b="1">
                <a:solidFill>
                  <a:srgbClr val="5C7077"/>
                </a:solidFill>
                <a:latin typeface="Arial"/>
                <a:ea typeface="Arial"/>
                <a:cs typeface="Arial"/>
              </a:defRPr>
            </a:pPr>
            <a:r>
              <a:rPr sz="1200" b="1">
                <a:solidFill>
                  <a:srgbClr val="5C7077"/>
                </a:solidFill>
                <a:latin typeface="Arial"/>
                <a:ea typeface="Arial"/>
                <a:cs typeface="Arial"/>
              </a:rPr>
              <a:t>ACTUAL CLASS 0 · NO REPORTED DIAGNOSIS</a:t>
            </a:r>
          </a:p>
        </p:txBody>
      </p:sp>
      <p:sp>
        <p:nvSpPr>
          <p:cNvPr id="13" name="">
            <a:extLst xmlns:a="http://schemas.openxmlformats.org/drawingml/2006/main">
              <a:ext uri="{FF2B5EF4-FFF2-40B4-BE49-F238E27FC236}">
                <a16:creationId xmlns:a16="http://schemas.microsoft.com/office/drawing/2014/main" id="{365A6CD6-209C-4024-A0A3-BA23D28AFE7E}"/>
              </a:ext>
            </a:extLst>
          </p:cNvPr>
          <p:cNvSpPr>
            <a:spLocks xmlns:a="http://schemas.openxmlformats.org/drawingml/2006/main" noGrp="1"/>
          </p:cNvSpPr>
          <p:nvPr/>
        </p:nvSpPr>
        <p:spPr>
          <a:xfrm xmlns:a="http://schemas.openxmlformats.org/drawingml/2006/main">
            <a:off x="781050" y="4057650"/>
            <a:ext cx="3095625" cy="1181100"/>
          </a:xfrm>
          <a:prstGeom xmlns:a="http://schemas.openxmlformats.org/drawingml/2006/main" prst="rect">
            <a:avLst/>
          </a:prstGeom>
          <a:solidFill xmlns:a="http://schemas.openxmlformats.org/drawingml/2006/main">
            <a:srgbClr val="DDE9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63D6BF-5F6F-48A8-9A2E-F1E4721250C9}"/>
              </a:ext>
            </a:extLst>
          </p:cNvPr>
          <p:cNvSpPr>
            <a:spLocks xmlns:a="http://schemas.openxmlformats.org/drawingml/2006/main" noGrp="1"/>
          </p:cNvSpPr>
          <p:nvPr/>
        </p:nvSpPr>
        <p:spPr>
          <a:xfrm xmlns:a="http://schemas.openxmlformats.org/drawingml/2006/main">
            <a:off x="990600" y="421957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3D7897"/>
                </a:solidFill>
                <a:latin typeface="Arial"/>
                <a:ea typeface="Arial"/>
                <a:cs typeface="Arial"/>
              </a:defRPr>
            </a:defPPr>
            <a:lvl1pPr algn="l">
              <a:defRPr sz="3300" b="1">
                <a:solidFill>
                  <a:srgbClr val="3D7897"/>
                </a:solidFill>
                <a:latin typeface="Arial"/>
                <a:ea typeface="Arial"/>
                <a:cs typeface="Arial"/>
              </a:defRPr>
            </a:lvl1pPr>
            <a:lvl2pPr algn="l">
              <a:defRPr sz="3300" b="1">
                <a:solidFill>
                  <a:srgbClr val="3D7897"/>
                </a:solidFill>
                <a:latin typeface="Arial"/>
                <a:ea typeface="Arial"/>
                <a:cs typeface="Arial"/>
              </a:defRPr>
            </a:lvl2pPr>
            <a:lvl3pPr algn="l">
              <a:defRPr sz="3300" b="1">
                <a:solidFill>
                  <a:srgbClr val="3D7897"/>
                </a:solidFill>
                <a:latin typeface="Arial"/>
                <a:ea typeface="Arial"/>
                <a:cs typeface="Arial"/>
              </a:defRPr>
            </a:lvl3pPr>
            <a:lvl4pPr algn="l">
              <a:defRPr sz="3300" b="1">
                <a:solidFill>
                  <a:srgbClr val="3D7897"/>
                </a:solidFill>
                <a:latin typeface="Arial"/>
                <a:ea typeface="Arial"/>
                <a:cs typeface="Arial"/>
              </a:defRPr>
            </a:lvl4pPr>
            <a:lvl5pPr algn="l">
              <a:defRPr sz="3300" b="1">
                <a:solidFill>
                  <a:srgbClr val="3D7897"/>
                </a:solidFill>
                <a:latin typeface="Arial"/>
                <a:ea typeface="Arial"/>
                <a:cs typeface="Arial"/>
              </a:defRPr>
            </a:lvl5pPr>
            <a:lvl6pPr algn="l">
              <a:defRPr sz="3300" b="1">
                <a:solidFill>
                  <a:srgbClr val="3D7897"/>
                </a:solidFill>
                <a:latin typeface="Arial"/>
                <a:ea typeface="Arial"/>
                <a:cs typeface="Arial"/>
              </a:defRPr>
            </a:lvl6pPr>
            <a:lvl7pPr algn="l">
              <a:defRPr sz="3300" b="1">
                <a:solidFill>
                  <a:srgbClr val="3D7897"/>
                </a:solidFill>
                <a:latin typeface="Arial"/>
                <a:ea typeface="Arial"/>
                <a:cs typeface="Arial"/>
              </a:defRPr>
            </a:lvl7pPr>
            <a:lvl8pPr algn="l">
              <a:defRPr sz="3300" b="1">
                <a:solidFill>
                  <a:srgbClr val="3D7897"/>
                </a:solidFill>
                <a:latin typeface="Arial"/>
                <a:ea typeface="Arial"/>
                <a:cs typeface="Arial"/>
              </a:defRPr>
            </a:lvl8pPr>
            <a:lvl9pPr algn="l">
              <a:defRPr sz="3300" b="1">
                <a:solidFill>
                  <a:srgbClr val="3D7897"/>
                </a:solidFill>
                <a:latin typeface="Arial"/>
                <a:ea typeface="Arial"/>
                <a:cs typeface="Arial"/>
              </a:defRPr>
            </a:lvl9pPr>
          </a:lstStyle>
          <a:p xmlns:a="http://schemas.openxmlformats.org/drawingml/2006/main">
            <a:pPr algn="l">
              <a:lnSpc>
                <a:spcPct val="102000"/>
              </a:lnSpc>
              <a:buNone/>
              <a:defRPr sz="3300" b="1">
                <a:solidFill>
                  <a:srgbClr val="3D7897"/>
                </a:solidFill>
                <a:latin typeface="Arial"/>
                <a:ea typeface="Arial"/>
                <a:cs typeface="Arial"/>
              </a:defRPr>
            </a:pPr>
            <a:r>
              <a:rPr sz="3300" b="1">
                <a:solidFill>
                  <a:srgbClr val="3D7897"/>
                </a:solidFill>
                <a:latin typeface="Arial"/>
                <a:ea typeface="Arial"/>
                <a:cs typeface="Arial"/>
              </a:rPr>
              <a:t>4,227</a:t>
            </a:r>
          </a:p>
        </p:txBody>
      </p:sp>
      <p:sp>
        <p:nvSpPr>
          <p:cNvPr id="15" name="">
            <a:extLst xmlns:a="http://schemas.openxmlformats.org/drawingml/2006/main">
              <a:ext uri="{FF2B5EF4-FFF2-40B4-BE49-F238E27FC236}">
                <a16:creationId xmlns:a16="http://schemas.microsoft.com/office/drawing/2014/main" id="{4B8AF028-348C-48CA-8959-3C27D9635C99}"/>
              </a:ext>
            </a:extLst>
          </p:cNvPr>
          <p:cNvSpPr>
            <a:spLocks xmlns:a="http://schemas.openxmlformats.org/drawingml/2006/main" noGrp="1"/>
          </p:cNvSpPr>
          <p:nvPr/>
        </p:nvSpPr>
        <p:spPr>
          <a:xfrm xmlns:a="http://schemas.openxmlformats.org/drawingml/2006/main">
            <a:off x="990600" y="48291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5313A"/>
                </a:solidFill>
                <a:latin typeface="Arial"/>
                <a:ea typeface="Arial"/>
                <a:cs typeface="Arial"/>
              </a:defRPr>
            </a:defPPr>
            <a:lvl1pPr algn="l">
              <a:defRPr sz="1350" b="0">
                <a:solidFill>
                  <a:srgbClr val="15313A"/>
                </a:solidFill>
                <a:latin typeface="Arial"/>
                <a:ea typeface="Arial"/>
                <a:cs typeface="Arial"/>
              </a:defRPr>
            </a:lvl1pPr>
            <a:lvl2pPr algn="l">
              <a:defRPr sz="1350" b="0">
                <a:solidFill>
                  <a:srgbClr val="15313A"/>
                </a:solidFill>
                <a:latin typeface="Arial"/>
                <a:ea typeface="Arial"/>
                <a:cs typeface="Arial"/>
              </a:defRPr>
            </a:lvl2pPr>
            <a:lvl3pPr algn="l">
              <a:defRPr sz="1350" b="0">
                <a:solidFill>
                  <a:srgbClr val="15313A"/>
                </a:solidFill>
                <a:latin typeface="Arial"/>
                <a:ea typeface="Arial"/>
                <a:cs typeface="Arial"/>
              </a:defRPr>
            </a:lvl3pPr>
            <a:lvl4pPr algn="l">
              <a:defRPr sz="1350" b="0">
                <a:solidFill>
                  <a:srgbClr val="15313A"/>
                </a:solidFill>
                <a:latin typeface="Arial"/>
                <a:ea typeface="Arial"/>
                <a:cs typeface="Arial"/>
              </a:defRPr>
            </a:lvl4pPr>
            <a:lvl5pPr algn="l">
              <a:defRPr sz="1350" b="0">
                <a:solidFill>
                  <a:srgbClr val="15313A"/>
                </a:solidFill>
                <a:latin typeface="Arial"/>
                <a:ea typeface="Arial"/>
                <a:cs typeface="Arial"/>
              </a:defRPr>
            </a:lvl5pPr>
            <a:lvl6pPr algn="l">
              <a:defRPr sz="1350" b="0">
                <a:solidFill>
                  <a:srgbClr val="15313A"/>
                </a:solidFill>
                <a:latin typeface="Arial"/>
                <a:ea typeface="Arial"/>
                <a:cs typeface="Arial"/>
              </a:defRPr>
            </a:lvl6pPr>
            <a:lvl7pPr algn="l">
              <a:defRPr sz="1350" b="0">
                <a:solidFill>
                  <a:srgbClr val="15313A"/>
                </a:solidFill>
                <a:latin typeface="Arial"/>
                <a:ea typeface="Arial"/>
                <a:cs typeface="Arial"/>
              </a:defRPr>
            </a:lvl7pPr>
            <a:lvl8pPr algn="l">
              <a:defRPr sz="1350" b="0">
                <a:solidFill>
                  <a:srgbClr val="15313A"/>
                </a:solidFill>
                <a:latin typeface="Arial"/>
                <a:ea typeface="Arial"/>
                <a:cs typeface="Arial"/>
              </a:defRPr>
            </a:lvl8pPr>
            <a:lvl9pPr algn="l">
              <a:defRPr sz="1350" b="0">
                <a:solidFill>
                  <a:srgbClr val="15313A"/>
                </a:solidFill>
                <a:latin typeface="Arial"/>
                <a:ea typeface="Arial"/>
                <a:cs typeface="Arial"/>
              </a:defRPr>
            </a:lvl9pPr>
          </a:lstStyle>
          <a:p xmlns:a="http://schemas.openxmlformats.org/drawingml/2006/main">
            <a:pPr algn="l">
              <a:lnSpc>
                <a:spcPct val="102000"/>
              </a:lnSpc>
              <a:buNone/>
              <a:defRPr sz="1350" b="0">
                <a:solidFill>
                  <a:srgbClr val="15313A"/>
                </a:solidFill>
                <a:latin typeface="Arial"/>
                <a:ea typeface="Arial"/>
                <a:cs typeface="Arial"/>
              </a:defRPr>
            </a:pPr>
            <a:r>
              <a:rPr sz="1350" b="0">
                <a:solidFill>
                  <a:srgbClr val="15313A"/>
                </a:solidFill>
                <a:latin typeface="Arial"/>
                <a:ea typeface="Arial"/>
                <a:cs typeface="Arial"/>
              </a:rPr>
              <a:t>not flagged · true negative</a:t>
            </a:r>
          </a:p>
        </p:txBody>
      </p:sp>
      <p:sp>
        <p:nvSpPr>
          <p:cNvPr id="16" name="">
            <a:extLst xmlns:a="http://schemas.openxmlformats.org/drawingml/2006/main">
              <a:ext uri="{FF2B5EF4-FFF2-40B4-BE49-F238E27FC236}">
                <a16:creationId xmlns:a16="http://schemas.microsoft.com/office/drawing/2014/main" id="{86440FCD-93AF-46DC-A915-60E29B54A083}"/>
              </a:ext>
            </a:extLst>
          </p:cNvPr>
          <p:cNvSpPr>
            <a:spLocks xmlns:a="http://schemas.openxmlformats.org/drawingml/2006/main" noGrp="1"/>
          </p:cNvSpPr>
          <p:nvPr/>
        </p:nvSpPr>
        <p:spPr>
          <a:xfrm xmlns:a="http://schemas.openxmlformats.org/drawingml/2006/main">
            <a:off x="4010025" y="4057650"/>
            <a:ext cx="3095625" cy="1181100"/>
          </a:xfrm>
          <a:prstGeom xmlns:a="http://schemas.openxmlformats.org/drawingml/2006/main" prst="rect">
            <a:avLst/>
          </a:prstGeom>
          <a:solidFill xmlns:a="http://schemas.openxmlformats.org/drawingml/2006/main">
            <a:srgbClr val="F6EBC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9C7428-D9D2-444E-8ABC-BD650B0C77D9}"/>
              </a:ext>
            </a:extLst>
          </p:cNvPr>
          <p:cNvSpPr>
            <a:spLocks xmlns:a="http://schemas.openxmlformats.org/drawingml/2006/main" noGrp="1"/>
          </p:cNvSpPr>
          <p:nvPr/>
        </p:nvSpPr>
        <p:spPr>
          <a:xfrm xmlns:a="http://schemas.openxmlformats.org/drawingml/2006/main">
            <a:off x="4219575" y="421957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A87500"/>
                </a:solidFill>
                <a:latin typeface="Arial"/>
                <a:ea typeface="Arial"/>
                <a:cs typeface="Arial"/>
              </a:defRPr>
            </a:defPPr>
            <a:lvl1pPr algn="l">
              <a:defRPr sz="3300" b="1">
                <a:solidFill>
                  <a:srgbClr val="A87500"/>
                </a:solidFill>
                <a:latin typeface="Arial"/>
                <a:ea typeface="Arial"/>
                <a:cs typeface="Arial"/>
              </a:defRPr>
            </a:lvl1pPr>
            <a:lvl2pPr algn="l">
              <a:defRPr sz="3300" b="1">
                <a:solidFill>
                  <a:srgbClr val="A87500"/>
                </a:solidFill>
                <a:latin typeface="Arial"/>
                <a:ea typeface="Arial"/>
                <a:cs typeface="Arial"/>
              </a:defRPr>
            </a:lvl2pPr>
            <a:lvl3pPr algn="l">
              <a:defRPr sz="3300" b="1">
                <a:solidFill>
                  <a:srgbClr val="A87500"/>
                </a:solidFill>
                <a:latin typeface="Arial"/>
                <a:ea typeface="Arial"/>
                <a:cs typeface="Arial"/>
              </a:defRPr>
            </a:lvl3pPr>
            <a:lvl4pPr algn="l">
              <a:defRPr sz="3300" b="1">
                <a:solidFill>
                  <a:srgbClr val="A87500"/>
                </a:solidFill>
                <a:latin typeface="Arial"/>
                <a:ea typeface="Arial"/>
                <a:cs typeface="Arial"/>
              </a:defRPr>
            </a:lvl4pPr>
            <a:lvl5pPr algn="l">
              <a:defRPr sz="3300" b="1">
                <a:solidFill>
                  <a:srgbClr val="A87500"/>
                </a:solidFill>
                <a:latin typeface="Arial"/>
                <a:ea typeface="Arial"/>
                <a:cs typeface="Arial"/>
              </a:defRPr>
            </a:lvl5pPr>
            <a:lvl6pPr algn="l">
              <a:defRPr sz="3300" b="1">
                <a:solidFill>
                  <a:srgbClr val="A87500"/>
                </a:solidFill>
                <a:latin typeface="Arial"/>
                <a:ea typeface="Arial"/>
                <a:cs typeface="Arial"/>
              </a:defRPr>
            </a:lvl6pPr>
            <a:lvl7pPr algn="l">
              <a:defRPr sz="3300" b="1">
                <a:solidFill>
                  <a:srgbClr val="A87500"/>
                </a:solidFill>
                <a:latin typeface="Arial"/>
                <a:ea typeface="Arial"/>
                <a:cs typeface="Arial"/>
              </a:defRPr>
            </a:lvl7pPr>
            <a:lvl8pPr algn="l">
              <a:defRPr sz="3300" b="1">
                <a:solidFill>
                  <a:srgbClr val="A87500"/>
                </a:solidFill>
                <a:latin typeface="Arial"/>
                <a:ea typeface="Arial"/>
                <a:cs typeface="Arial"/>
              </a:defRPr>
            </a:lvl8pPr>
            <a:lvl9pPr algn="l">
              <a:defRPr sz="3300" b="1">
                <a:solidFill>
                  <a:srgbClr val="A87500"/>
                </a:solidFill>
                <a:latin typeface="Arial"/>
                <a:ea typeface="Arial"/>
                <a:cs typeface="Arial"/>
              </a:defRPr>
            </a:lvl9pPr>
          </a:lstStyle>
          <a:p xmlns:a="http://schemas.openxmlformats.org/drawingml/2006/main">
            <a:pPr algn="l">
              <a:lnSpc>
                <a:spcPct val="102000"/>
              </a:lnSpc>
              <a:buNone/>
              <a:defRPr sz="3300" b="1">
                <a:solidFill>
                  <a:srgbClr val="A87500"/>
                </a:solidFill>
                <a:latin typeface="Arial"/>
                <a:ea typeface="Arial"/>
                <a:cs typeface="Arial"/>
              </a:defRPr>
            </a:pPr>
            <a:r>
              <a:rPr sz="3300" b="1">
                <a:solidFill>
                  <a:srgbClr val="A87500"/>
                </a:solidFill>
                <a:latin typeface="Arial"/>
                <a:ea typeface="Arial"/>
                <a:cs typeface="Arial"/>
              </a:rPr>
              <a:t>2,793</a:t>
            </a:r>
          </a:p>
        </p:txBody>
      </p:sp>
      <p:sp>
        <p:nvSpPr>
          <p:cNvPr id="18" name="">
            <a:extLst xmlns:a="http://schemas.openxmlformats.org/drawingml/2006/main">
              <a:ext uri="{FF2B5EF4-FFF2-40B4-BE49-F238E27FC236}">
                <a16:creationId xmlns:a16="http://schemas.microsoft.com/office/drawing/2014/main" id="{5AAD0D9F-DBB8-437D-8FE7-15BF3ADBDD9F}"/>
              </a:ext>
            </a:extLst>
          </p:cNvPr>
          <p:cNvSpPr>
            <a:spLocks xmlns:a="http://schemas.openxmlformats.org/drawingml/2006/main" noGrp="1"/>
          </p:cNvSpPr>
          <p:nvPr/>
        </p:nvSpPr>
        <p:spPr>
          <a:xfrm xmlns:a="http://schemas.openxmlformats.org/drawingml/2006/main">
            <a:off x="4219575" y="48291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5313A"/>
                </a:solidFill>
                <a:latin typeface="Arial"/>
                <a:ea typeface="Arial"/>
                <a:cs typeface="Arial"/>
              </a:defRPr>
            </a:defPPr>
            <a:lvl1pPr algn="l">
              <a:defRPr sz="1350" b="0">
                <a:solidFill>
                  <a:srgbClr val="15313A"/>
                </a:solidFill>
                <a:latin typeface="Arial"/>
                <a:ea typeface="Arial"/>
                <a:cs typeface="Arial"/>
              </a:defRPr>
            </a:lvl1pPr>
            <a:lvl2pPr algn="l">
              <a:defRPr sz="1350" b="0">
                <a:solidFill>
                  <a:srgbClr val="15313A"/>
                </a:solidFill>
                <a:latin typeface="Arial"/>
                <a:ea typeface="Arial"/>
                <a:cs typeface="Arial"/>
              </a:defRPr>
            </a:lvl2pPr>
            <a:lvl3pPr algn="l">
              <a:defRPr sz="1350" b="0">
                <a:solidFill>
                  <a:srgbClr val="15313A"/>
                </a:solidFill>
                <a:latin typeface="Arial"/>
                <a:ea typeface="Arial"/>
                <a:cs typeface="Arial"/>
              </a:defRPr>
            </a:lvl3pPr>
            <a:lvl4pPr algn="l">
              <a:defRPr sz="1350" b="0">
                <a:solidFill>
                  <a:srgbClr val="15313A"/>
                </a:solidFill>
                <a:latin typeface="Arial"/>
                <a:ea typeface="Arial"/>
                <a:cs typeface="Arial"/>
              </a:defRPr>
            </a:lvl4pPr>
            <a:lvl5pPr algn="l">
              <a:defRPr sz="1350" b="0">
                <a:solidFill>
                  <a:srgbClr val="15313A"/>
                </a:solidFill>
                <a:latin typeface="Arial"/>
                <a:ea typeface="Arial"/>
                <a:cs typeface="Arial"/>
              </a:defRPr>
            </a:lvl5pPr>
            <a:lvl6pPr algn="l">
              <a:defRPr sz="1350" b="0">
                <a:solidFill>
                  <a:srgbClr val="15313A"/>
                </a:solidFill>
                <a:latin typeface="Arial"/>
                <a:ea typeface="Arial"/>
                <a:cs typeface="Arial"/>
              </a:defRPr>
            </a:lvl6pPr>
            <a:lvl7pPr algn="l">
              <a:defRPr sz="1350" b="0">
                <a:solidFill>
                  <a:srgbClr val="15313A"/>
                </a:solidFill>
                <a:latin typeface="Arial"/>
                <a:ea typeface="Arial"/>
                <a:cs typeface="Arial"/>
              </a:defRPr>
            </a:lvl7pPr>
            <a:lvl8pPr algn="l">
              <a:defRPr sz="1350" b="0">
                <a:solidFill>
                  <a:srgbClr val="15313A"/>
                </a:solidFill>
                <a:latin typeface="Arial"/>
                <a:ea typeface="Arial"/>
                <a:cs typeface="Arial"/>
              </a:defRPr>
            </a:lvl8pPr>
            <a:lvl9pPr algn="l">
              <a:defRPr sz="1350" b="0">
                <a:solidFill>
                  <a:srgbClr val="15313A"/>
                </a:solidFill>
                <a:latin typeface="Arial"/>
                <a:ea typeface="Arial"/>
                <a:cs typeface="Arial"/>
              </a:defRPr>
            </a:lvl9pPr>
          </a:lstStyle>
          <a:p xmlns:a="http://schemas.openxmlformats.org/drawingml/2006/main">
            <a:pPr algn="l">
              <a:lnSpc>
                <a:spcPct val="102000"/>
              </a:lnSpc>
              <a:buNone/>
              <a:defRPr sz="1350" b="0">
                <a:solidFill>
                  <a:srgbClr val="15313A"/>
                </a:solidFill>
                <a:latin typeface="Arial"/>
                <a:ea typeface="Arial"/>
                <a:cs typeface="Arial"/>
              </a:defRPr>
            </a:pPr>
            <a:r>
              <a:rPr sz="1350" b="0">
                <a:solidFill>
                  <a:srgbClr val="15313A"/>
                </a:solidFill>
                <a:latin typeface="Arial"/>
                <a:ea typeface="Arial"/>
                <a:cs typeface="Arial"/>
              </a:rPr>
              <a:t>flagged · false positive</a:t>
            </a:r>
          </a:p>
        </p:txBody>
      </p:sp>
      <p:sp>
        <p:nvSpPr>
          <p:cNvPr id="19" name="">
            <a:extLst xmlns:a="http://schemas.openxmlformats.org/drawingml/2006/main">
              <a:ext uri="{FF2B5EF4-FFF2-40B4-BE49-F238E27FC236}">
                <a16:creationId xmlns:a16="http://schemas.microsoft.com/office/drawing/2014/main" id="{C511B986-24A3-4551-9DD4-021174451240}"/>
              </a:ext>
            </a:extLst>
          </p:cNvPr>
          <p:cNvSpPr>
            <a:spLocks xmlns:a="http://schemas.openxmlformats.org/drawingml/2006/main" noGrp="1"/>
          </p:cNvSpPr>
          <p:nvPr/>
        </p:nvSpPr>
        <p:spPr>
          <a:xfrm xmlns:a="http://schemas.openxmlformats.org/drawingml/2006/main">
            <a:off x="7524750" y="2028825"/>
            <a:ext cx="19050" cy="360997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6486A65-3277-499D-9121-72293C8509AF}"/>
              </a:ext>
            </a:extLst>
          </p:cNvPr>
          <p:cNvSpPr>
            <a:spLocks xmlns:a="http://schemas.openxmlformats.org/drawingml/2006/main" noGrp="1"/>
          </p:cNvSpPr>
          <p:nvPr/>
        </p:nvSpPr>
        <p:spPr>
          <a:xfrm xmlns:a="http://schemas.openxmlformats.org/drawingml/2006/main">
            <a:off x="7924800" y="20764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009F9A"/>
                </a:solidFill>
                <a:latin typeface="Arial"/>
                <a:ea typeface="Arial"/>
                <a:cs typeface="Arial"/>
              </a:defRPr>
            </a:defPPr>
            <a:lvl1pPr algn="l">
              <a:defRPr sz="3825" b="1">
                <a:solidFill>
                  <a:srgbClr val="009F9A"/>
                </a:solidFill>
                <a:latin typeface="Arial"/>
                <a:ea typeface="Arial"/>
                <a:cs typeface="Arial"/>
              </a:defRPr>
            </a:lvl1pPr>
            <a:lvl2pPr algn="l">
              <a:defRPr sz="3825" b="1">
                <a:solidFill>
                  <a:srgbClr val="009F9A"/>
                </a:solidFill>
                <a:latin typeface="Arial"/>
                <a:ea typeface="Arial"/>
                <a:cs typeface="Arial"/>
              </a:defRPr>
            </a:lvl2pPr>
            <a:lvl3pPr algn="l">
              <a:defRPr sz="3825" b="1">
                <a:solidFill>
                  <a:srgbClr val="009F9A"/>
                </a:solidFill>
                <a:latin typeface="Arial"/>
                <a:ea typeface="Arial"/>
                <a:cs typeface="Arial"/>
              </a:defRPr>
            </a:lvl3pPr>
            <a:lvl4pPr algn="l">
              <a:defRPr sz="3825" b="1">
                <a:solidFill>
                  <a:srgbClr val="009F9A"/>
                </a:solidFill>
                <a:latin typeface="Arial"/>
                <a:ea typeface="Arial"/>
                <a:cs typeface="Arial"/>
              </a:defRPr>
            </a:lvl4pPr>
            <a:lvl5pPr algn="l">
              <a:defRPr sz="3825" b="1">
                <a:solidFill>
                  <a:srgbClr val="009F9A"/>
                </a:solidFill>
                <a:latin typeface="Arial"/>
                <a:ea typeface="Arial"/>
                <a:cs typeface="Arial"/>
              </a:defRPr>
            </a:lvl5pPr>
            <a:lvl6pPr algn="l">
              <a:defRPr sz="3825" b="1">
                <a:solidFill>
                  <a:srgbClr val="009F9A"/>
                </a:solidFill>
                <a:latin typeface="Arial"/>
                <a:ea typeface="Arial"/>
                <a:cs typeface="Arial"/>
              </a:defRPr>
            </a:lvl6pPr>
            <a:lvl7pPr algn="l">
              <a:defRPr sz="3825" b="1">
                <a:solidFill>
                  <a:srgbClr val="009F9A"/>
                </a:solidFill>
                <a:latin typeface="Arial"/>
                <a:ea typeface="Arial"/>
                <a:cs typeface="Arial"/>
              </a:defRPr>
            </a:lvl7pPr>
            <a:lvl8pPr algn="l">
              <a:defRPr sz="3825" b="1">
                <a:solidFill>
                  <a:srgbClr val="009F9A"/>
                </a:solidFill>
                <a:latin typeface="Arial"/>
                <a:ea typeface="Arial"/>
                <a:cs typeface="Arial"/>
              </a:defRPr>
            </a:lvl8pPr>
            <a:lvl9pPr algn="l">
              <a:defRPr sz="3825" b="1">
                <a:solidFill>
                  <a:srgbClr val="009F9A"/>
                </a:solidFill>
                <a:latin typeface="Arial"/>
                <a:ea typeface="Arial"/>
                <a:cs typeface="Arial"/>
              </a:defRPr>
            </a:lvl9pPr>
          </a:lstStyle>
          <a:p xmlns:a="http://schemas.openxmlformats.org/drawingml/2006/main">
            <a:pPr algn="l">
              <a:lnSpc>
                <a:spcPct val="102000"/>
              </a:lnSpc>
              <a:buNone/>
              <a:defRPr sz="3825" b="1">
                <a:solidFill>
                  <a:srgbClr val="009F9A"/>
                </a:solidFill>
                <a:latin typeface="Arial"/>
                <a:ea typeface="Arial"/>
                <a:cs typeface="Arial"/>
              </a:defRPr>
            </a:pPr>
            <a:r>
              <a:rPr sz="3825" b="1">
                <a:solidFill>
                  <a:srgbClr val="009F9A"/>
                </a:solidFill>
                <a:latin typeface="Arial"/>
                <a:ea typeface="Arial"/>
                <a:cs typeface="Arial"/>
              </a:rPr>
              <a:t>85.0%</a:t>
            </a:r>
          </a:p>
        </p:txBody>
      </p:sp>
      <p:sp>
        <p:nvSpPr>
          <p:cNvPr id="21" name="">
            <a:extLst xmlns:a="http://schemas.openxmlformats.org/drawingml/2006/main">
              <a:ext uri="{FF2B5EF4-FFF2-40B4-BE49-F238E27FC236}">
                <a16:creationId xmlns:a16="http://schemas.microsoft.com/office/drawing/2014/main" id="{7B763FBF-BE84-4B57-A965-54338A9E1EDE}"/>
              </a:ext>
            </a:extLst>
          </p:cNvPr>
          <p:cNvSpPr>
            <a:spLocks xmlns:a="http://schemas.openxmlformats.org/drawingml/2006/main" noGrp="1"/>
          </p:cNvSpPr>
          <p:nvPr/>
        </p:nvSpPr>
        <p:spPr>
          <a:xfrm xmlns:a="http://schemas.openxmlformats.org/drawingml/2006/main">
            <a:off x="7953375" y="2647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Recall</a:t>
            </a:r>
          </a:p>
        </p:txBody>
      </p:sp>
      <p:sp>
        <p:nvSpPr>
          <p:cNvPr id="22" name="">
            <a:extLst xmlns:a="http://schemas.openxmlformats.org/drawingml/2006/main">
              <a:ext uri="{FF2B5EF4-FFF2-40B4-BE49-F238E27FC236}">
                <a16:creationId xmlns:a16="http://schemas.microsoft.com/office/drawing/2014/main" id="{2EB621BB-59EA-4F89-8FF6-620AC5DEC5D8}"/>
              </a:ext>
            </a:extLst>
          </p:cNvPr>
          <p:cNvSpPr>
            <a:spLocks xmlns:a="http://schemas.openxmlformats.org/drawingml/2006/main" noGrp="1"/>
          </p:cNvSpPr>
          <p:nvPr/>
        </p:nvSpPr>
        <p:spPr>
          <a:xfrm xmlns:a="http://schemas.openxmlformats.org/drawingml/2006/main">
            <a:off x="7924800" y="31337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3D7897"/>
                </a:solidFill>
                <a:latin typeface="Arial"/>
                <a:ea typeface="Arial"/>
                <a:cs typeface="Arial"/>
              </a:defRPr>
            </a:defPPr>
            <a:lvl1pPr algn="l">
              <a:defRPr sz="3825" b="1">
                <a:solidFill>
                  <a:srgbClr val="3D7897"/>
                </a:solidFill>
                <a:latin typeface="Arial"/>
                <a:ea typeface="Arial"/>
                <a:cs typeface="Arial"/>
              </a:defRPr>
            </a:lvl1pPr>
            <a:lvl2pPr algn="l">
              <a:defRPr sz="3825" b="1">
                <a:solidFill>
                  <a:srgbClr val="3D7897"/>
                </a:solidFill>
                <a:latin typeface="Arial"/>
                <a:ea typeface="Arial"/>
                <a:cs typeface="Arial"/>
              </a:defRPr>
            </a:lvl2pPr>
            <a:lvl3pPr algn="l">
              <a:defRPr sz="3825" b="1">
                <a:solidFill>
                  <a:srgbClr val="3D7897"/>
                </a:solidFill>
                <a:latin typeface="Arial"/>
                <a:ea typeface="Arial"/>
                <a:cs typeface="Arial"/>
              </a:defRPr>
            </a:lvl3pPr>
            <a:lvl4pPr algn="l">
              <a:defRPr sz="3825" b="1">
                <a:solidFill>
                  <a:srgbClr val="3D7897"/>
                </a:solidFill>
                <a:latin typeface="Arial"/>
                <a:ea typeface="Arial"/>
                <a:cs typeface="Arial"/>
              </a:defRPr>
            </a:lvl4pPr>
            <a:lvl5pPr algn="l">
              <a:defRPr sz="3825" b="1">
                <a:solidFill>
                  <a:srgbClr val="3D7897"/>
                </a:solidFill>
                <a:latin typeface="Arial"/>
                <a:ea typeface="Arial"/>
                <a:cs typeface="Arial"/>
              </a:defRPr>
            </a:lvl5pPr>
            <a:lvl6pPr algn="l">
              <a:defRPr sz="3825" b="1">
                <a:solidFill>
                  <a:srgbClr val="3D7897"/>
                </a:solidFill>
                <a:latin typeface="Arial"/>
                <a:ea typeface="Arial"/>
                <a:cs typeface="Arial"/>
              </a:defRPr>
            </a:lvl6pPr>
            <a:lvl7pPr algn="l">
              <a:defRPr sz="3825" b="1">
                <a:solidFill>
                  <a:srgbClr val="3D7897"/>
                </a:solidFill>
                <a:latin typeface="Arial"/>
                <a:ea typeface="Arial"/>
                <a:cs typeface="Arial"/>
              </a:defRPr>
            </a:lvl7pPr>
            <a:lvl8pPr algn="l">
              <a:defRPr sz="3825" b="1">
                <a:solidFill>
                  <a:srgbClr val="3D7897"/>
                </a:solidFill>
                <a:latin typeface="Arial"/>
                <a:ea typeface="Arial"/>
                <a:cs typeface="Arial"/>
              </a:defRPr>
            </a:lvl8pPr>
            <a:lvl9pPr algn="l">
              <a:defRPr sz="3825" b="1">
                <a:solidFill>
                  <a:srgbClr val="3D7897"/>
                </a:solidFill>
                <a:latin typeface="Arial"/>
                <a:ea typeface="Arial"/>
                <a:cs typeface="Arial"/>
              </a:defRPr>
            </a:lvl9pPr>
          </a:lstStyle>
          <a:p xmlns:a="http://schemas.openxmlformats.org/drawingml/2006/main">
            <a:pPr algn="l">
              <a:lnSpc>
                <a:spcPct val="102000"/>
              </a:lnSpc>
              <a:buNone/>
              <a:defRPr sz="3825" b="1">
                <a:solidFill>
                  <a:srgbClr val="3D7897"/>
                </a:solidFill>
                <a:latin typeface="Arial"/>
                <a:ea typeface="Arial"/>
                <a:cs typeface="Arial"/>
              </a:defRPr>
            </a:pPr>
            <a:r>
              <a:rPr sz="3825" b="1">
                <a:solidFill>
                  <a:srgbClr val="3D7897"/>
                </a:solidFill>
                <a:latin typeface="Arial"/>
                <a:ea typeface="Arial"/>
                <a:cs typeface="Arial"/>
              </a:rPr>
              <a:t>60.2%</a:t>
            </a:r>
          </a:p>
        </p:txBody>
      </p:sp>
      <p:sp>
        <p:nvSpPr>
          <p:cNvPr id="23" name="">
            <a:extLst xmlns:a="http://schemas.openxmlformats.org/drawingml/2006/main">
              <a:ext uri="{FF2B5EF4-FFF2-40B4-BE49-F238E27FC236}">
                <a16:creationId xmlns:a16="http://schemas.microsoft.com/office/drawing/2014/main" id="{1AD3895D-BE68-419F-B8A8-F5D3B9C1D8E8}"/>
              </a:ext>
            </a:extLst>
          </p:cNvPr>
          <p:cNvSpPr>
            <a:spLocks xmlns:a="http://schemas.openxmlformats.org/drawingml/2006/main" noGrp="1"/>
          </p:cNvSpPr>
          <p:nvPr/>
        </p:nvSpPr>
        <p:spPr>
          <a:xfrm xmlns:a="http://schemas.openxmlformats.org/drawingml/2006/main">
            <a:off x="7953375" y="37052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Specificity</a:t>
            </a:r>
          </a:p>
        </p:txBody>
      </p:sp>
      <p:sp>
        <p:nvSpPr>
          <p:cNvPr id="24" name="">
            <a:extLst xmlns:a="http://schemas.openxmlformats.org/drawingml/2006/main">
              <a:ext uri="{FF2B5EF4-FFF2-40B4-BE49-F238E27FC236}">
                <a16:creationId xmlns:a16="http://schemas.microsoft.com/office/drawing/2014/main" id="{FF78D7D1-D774-404F-A795-2339F576AB8E}"/>
              </a:ext>
            </a:extLst>
          </p:cNvPr>
          <p:cNvSpPr>
            <a:spLocks xmlns:a="http://schemas.openxmlformats.org/drawingml/2006/main" noGrp="1"/>
          </p:cNvSpPr>
          <p:nvPr/>
        </p:nvSpPr>
        <p:spPr>
          <a:xfrm xmlns:a="http://schemas.openxmlformats.org/drawingml/2006/main">
            <a:off x="7924800" y="41910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E36D5F"/>
                </a:solidFill>
                <a:latin typeface="Arial"/>
                <a:ea typeface="Arial"/>
                <a:cs typeface="Arial"/>
              </a:defRPr>
            </a:defPPr>
            <a:lvl1pPr algn="l">
              <a:defRPr sz="3825" b="1">
                <a:solidFill>
                  <a:srgbClr val="E36D5F"/>
                </a:solidFill>
                <a:latin typeface="Arial"/>
                <a:ea typeface="Arial"/>
                <a:cs typeface="Arial"/>
              </a:defRPr>
            </a:lvl1pPr>
            <a:lvl2pPr algn="l">
              <a:defRPr sz="3825" b="1">
                <a:solidFill>
                  <a:srgbClr val="E36D5F"/>
                </a:solidFill>
                <a:latin typeface="Arial"/>
                <a:ea typeface="Arial"/>
                <a:cs typeface="Arial"/>
              </a:defRPr>
            </a:lvl2pPr>
            <a:lvl3pPr algn="l">
              <a:defRPr sz="3825" b="1">
                <a:solidFill>
                  <a:srgbClr val="E36D5F"/>
                </a:solidFill>
                <a:latin typeface="Arial"/>
                <a:ea typeface="Arial"/>
                <a:cs typeface="Arial"/>
              </a:defRPr>
            </a:lvl3pPr>
            <a:lvl4pPr algn="l">
              <a:defRPr sz="3825" b="1">
                <a:solidFill>
                  <a:srgbClr val="E36D5F"/>
                </a:solidFill>
                <a:latin typeface="Arial"/>
                <a:ea typeface="Arial"/>
                <a:cs typeface="Arial"/>
              </a:defRPr>
            </a:lvl4pPr>
            <a:lvl5pPr algn="l">
              <a:defRPr sz="3825" b="1">
                <a:solidFill>
                  <a:srgbClr val="E36D5F"/>
                </a:solidFill>
                <a:latin typeface="Arial"/>
                <a:ea typeface="Arial"/>
                <a:cs typeface="Arial"/>
              </a:defRPr>
            </a:lvl5pPr>
            <a:lvl6pPr algn="l">
              <a:defRPr sz="3825" b="1">
                <a:solidFill>
                  <a:srgbClr val="E36D5F"/>
                </a:solidFill>
                <a:latin typeface="Arial"/>
                <a:ea typeface="Arial"/>
                <a:cs typeface="Arial"/>
              </a:defRPr>
            </a:lvl6pPr>
            <a:lvl7pPr algn="l">
              <a:defRPr sz="3825" b="1">
                <a:solidFill>
                  <a:srgbClr val="E36D5F"/>
                </a:solidFill>
                <a:latin typeface="Arial"/>
                <a:ea typeface="Arial"/>
                <a:cs typeface="Arial"/>
              </a:defRPr>
            </a:lvl7pPr>
            <a:lvl8pPr algn="l">
              <a:defRPr sz="3825" b="1">
                <a:solidFill>
                  <a:srgbClr val="E36D5F"/>
                </a:solidFill>
                <a:latin typeface="Arial"/>
                <a:ea typeface="Arial"/>
                <a:cs typeface="Arial"/>
              </a:defRPr>
            </a:lvl8pPr>
            <a:lvl9pPr algn="l">
              <a:defRPr sz="3825" b="1">
                <a:solidFill>
                  <a:srgbClr val="E36D5F"/>
                </a:solidFill>
                <a:latin typeface="Arial"/>
                <a:ea typeface="Arial"/>
                <a:cs typeface="Arial"/>
              </a:defRPr>
            </a:lvl9pPr>
          </a:lstStyle>
          <a:p xmlns:a="http://schemas.openxmlformats.org/drawingml/2006/main">
            <a:pPr algn="l">
              <a:lnSpc>
                <a:spcPct val="102000"/>
              </a:lnSpc>
              <a:buNone/>
              <a:defRPr sz="3825" b="1">
                <a:solidFill>
                  <a:srgbClr val="E36D5F"/>
                </a:solidFill>
                <a:latin typeface="Arial"/>
                <a:ea typeface="Arial"/>
                <a:cs typeface="Arial"/>
              </a:defRPr>
            </a:pPr>
            <a:r>
              <a:rPr sz="3825" b="1">
                <a:solidFill>
                  <a:srgbClr val="E36D5F"/>
                </a:solidFill>
                <a:latin typeface="Arial"/>
                <a:ea typeface="Arial"/>
                <a:cs typeface="Arial"/>
              </a:rPr>
              <a:t>68.1%</a:t>
            </a:r>
          </a:p>
        </p:txBody>
      </p:sp>
      <p:sp>
        <p:nvSpPr>
          <p:cNvPr id="25" name="">
            <a:extLst xmlns:a="http://schemas.openxmlformats.org/drawingml/2006/main">
              <a:ext uri="{FF2B5EF4-FFF2-40B4-BE49-F238E27FC236}">
                <a16:creationId xmlns:a16="http://schemas.microsoft.com/office/drawing/2014/main" id="{6F7493B5-9DD3-41D3-9604-A2F708D64F77}"/>
              </a:ext>
            </a:extLst>
          </p:cNvPr>
          <p:cNvSpPr>
            <a:spLocks xmlns:a="http://schemas.openxmlformats.org/drawingml/2006/main" noGrp="1"/>
          </p:cNvSpPr>
          <p:nvPr/>
        </p:nvSpPr>
        <p:spPr>
          <a:xfrm xmlns:a="http://schemas.openxmlformats.org/drawingml/2006/main">
            <a:off x="7953375"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C7077"/>
                </a:solidFill>
                <a:latin typeface="Arial"/>
                <a:ea typeface="Arial"/>
                <a:cs typeface="Arial"/>
              </a:defRPr>
            </a:defPPr>
            <a:lvl1pPr algn="l">
              <a:defRPr sz="1425" b="0">
                <a:solidFill>
                  <a:srgbClr val="5C7077"/>
                </a:solidFill>
                <a:latin typeface="Arial"/>
                <a:ea typeface="Arial"/>
                <a:cs typeface="Arial"/>
              </a:defRPr>
            </a:lvl1pPr>
            <a:lvl2pPr algn="l">
              <a:defRPr sz="1425" b="0">
                <a:solidFill>
                  <a:srgbClr val="5C7077"/>
                </a:solidFill>
                <a:latin typeface="Arial"/>
                <a:ea typeface="Arial"/>
                <a:cs typeface="Arial"/>
              </a:defRPr>
            </a:lvl2pPr>
            <a:lvl3pPr algn="l">
              <a:defRPr sz="1425" b="0">
                <a:solidFill>
                  <a:srgbClr val="5C7077"/>
                </a:solidFill>
                <a:latin typeface="Arial"/>
                <a:ea typeface="Arial"/>
                <a:cs typeface="Arial"/>
              </a:defRPr>
            </a:lvl3pPr>
            <a:lvl4pPr algn="l">
              <a:defRPr sz="1425" b="0">
                <a:solidFill>
                  <a:srgbClr val="5C7077"/>
                </a:solidFill>
                <a:latin typeface="Arial"/>
                <a:ea typeface="Arial"/>
                <a:cs typeface="Arial"/>
              </a:defRPr>
            </a:lvl4pPr>
            <a:lvl5pPr algn="l">
              <a:defRPr sz="1425" b="0">
                <a:solidFill>
                  <a:srgbClr val="5C7077"/>
                </a:solidFill>
                <a:latin typeface="Arial"/>
                <a:ea typeface="Arial"/>
                <a:cs typeface="Arial"/>
              </a:defRPr>
            </a:lvl5pPr>
            <a:lvl6pPr algn="l">
              <a:defRPr sz="1425" b="0">
                <a:solidFill>
                  <a:srgbClr val="5C7077"/>
                </a:solidFill>
                <a:latin typeface="Arial"/>
                <a:ea typeface="Arial"/>
                <a:cs typeface="Arial"/>
              </a:defRPr>
            </a:lvl6pPr>
            <a:lvl7pPr algn="l">
              <a:defRPr sz="1425" b="0">
                <a:solidFill>
                  <a:srgbClr val="5C7077"/>
                </a:solidFill>
                <a:latin typeface="Arial"/>
                <a:ea typeface="Arial"/>
                <a:cs typeface="Arial"/>
              </a:defRPr>
            </a:lvl7pPr>
            <a:lvl8pPr algn="l">
              <a:defRPr sz="1425" b="0">
                <a:solidFill>
                  <a:srgbClr val="5C7077"/>
                </a:solidFill>
                <a:latin typeface="Arial"/>
                <a:ea typeface="Arial"/>
                <a:cs typeface="Arial"/>
              </a:defRPr>
            </a:lvl8pPr>
            <a:lvl9pPr algn="l">
              <a:defRPr sz="1425" b="0">
                <a:solidFill>
                  <a:srgbClr val="5C7077"/>
                </a:solidFill>
                <a:latin typeface="Arial"/>
                <a:ea typeface="Arial"/>
                <a:cs typeface="Arial"/>
              </a:defRPr>
            </a:lvl9pPr>
          </a:lstStyle>
          <a:p xmlns:a="http://schemas.openxmlformats.org/drawingml/2006/main">
            <a:pPr algn="l">
              <a:lnSpc>
                <a:spcPct val="102000"/>
              </a:lnSpc>
              <a:buNone/>
              <a:defRPr sz="1425" b="0">
                <a:solidFill>
                  <a:srgbClr val="5C7077"/>
                </a:solidFill>
                <a:latin typeface="Arial"/>
                <a:ea typeface="Arial"/>
                <a:cs typeface="Arial"/>
              </a:defRPr>
            </a:pPr>
            <a:r>
              <a:rPr sz="1425" b="0">
                <a:solidFill>
                  <a:srgbClr val="5C7077"/>
                </a:solidFill>
                <a:latin typeface="Arial"/>
                <a:ea typeface="Arial"/>
                <a:cs typeface="Arial"/>
              </a:rPr>
              <a:t>Balanced-test precision</a:t>
            </a:r>
          </a:p>
        </p:txBody>
      </p:sp>
      <p:sp>
        <p:nvSpPr>
          <p:cNvPr id="26" name="">
            <a:extLst xmlns:a="http://schemas.openxmlformats.org/drawingml/2006/main">
              <a:ext uri="{FF2B5EF4-FFF2-40B4-BE49-F238E27FC236}">
                <a16:creationId xmlns:a16="http://schemas.microsoft.com/office/drawing/2014/main" id="{3725726A-E6C5-4AFC-A08B-FE5CD6D41350}"/>
              </a:ext>
            </a:extLst>
          </p:cNvPr>
          <p:cNvSpPr>
            <a:spLocks xmlns:a="http://schemas.openxmlformats.org/drawingml/2006/main" noGrp="1"/>
          </p:cNvSpPr>
          <p:nvPr/>
        </p:nvSpPr>
        <p:spPr>
          <a:xfrm xmlns:a="http://schemas.openxmlformats.org/drawingml/2006/main">
            <a:off x="7924800" y="52482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13A"/>
                </a:solidFill>
                <a:latin typeface="Arial"/>
                <a:ea typeface="Arial"/>
                <a:cs typeface="Arial"/>
              </a:defRPr>
            </a:defPPr>
            <a:lvl1pPr algn="l">
              <a:defRPr sz="1425" b="1">
                <a:solidFill>
                  <a:srgbClr val="15313A"/>
                </a:solidFill>
                <a:latin typeface="Arial"/>
                <a:ea typeface="Arial"/>
                <a:cs typeface="Arial"/>
              </a:defRPr>
            </a:lvl1pPr>
            <a:lvl2pPr algn="l">
              <a:defRPr sz="1425" b="1">
                <a:solidFill>
                  <a:srgbClr val="15313A"/>
                </a:solidFill>
                <a:latin typeface="Arial"/>
                <a:ea typeface="Arial"/>
                <a:cs typeface="Arial"/>
              </a:defRPr>
            </a:lvl2pPr>
            <a:lvl3pPr algn="l">
              <a:defRPr sz="1425" b="1">
                <a:solidFill>
                  <a:srgbClr val="15313A"/>
                </a:solidFill>
                <a:latin typeface="Arial"/>
                <a:ea typeface="Arial"/>
                <a:cs typeface="Arial"/>
              </a:defRPr>
            </a:lvl3pPr>
            <a:lvl4pPr algn="l">
              <a:defRPr sz="1425" b="1">
                <a:solidFill>
                  <a:srgbClr val="15313A"/>
                </a:solidFill>
                <a:latin typeface="Arial"/>
                <a:ea typeface="Arial"/>
                <a:cs typeface="Arial"/>
              </a:defRPr>
            </a:lvl4pPr>
            <a:lvl5pPr algn="l">
              <a:defRPr sz="1425" b="1">
                <a:solidFill>
                  <a:srgbClr val="15313A"/>
                </a:solidFill>
                <a:latin typeface="Arial"/>
                <a:ea typeface="Arial"/>
                <a:cs typeface="Arial"/>
              </a:defRPr>
            </a:lvl5pPr>
            <a:lvl6pPr algn="l">
              <a:defRPr sz="1425" b="1">
                <a:solidFill>
                  <a:srgbClr val="15313A"/>
                </a:solidFill>
                <a:latin typeface="Arial"/>
                <a:ea typeface="Arial"/>
                <a:cs typeface="Arial"/>
              </a:defRPr>
            </a:lvl6pPr>
            <a:lvl7pPr algn="l">
              <a:defRPr sz="1425" b="1">
                <a:solidFill>
                  <a:srgbClr val="15313A"/>
                </a:solidFill>
                <a:latin typeface="Arial"/>
                <a:ea typeface="Arial"/>
                <a:cs typeface="Arial"/>
              </a:defRPr>
            </a:lvl7pPr>
            <a:lvl8pPr algn="l">
              <a:defRPr sz="1425" b="1">
                <a:solidFill>
                  <a:srgbClr val="15313A"/>
                </a:solidFill>
                <a:latin typeface="Arial"/>
                <a:ea typeface="Arial"/>
                <a:cs typeface="Arial"/>
              </a:defRPr>
            </a:lvl8pPr>
            <a:lvl9pPr algn="l">
              <a:defRPr sz="1425" b="1">
                <a:solidFill>
                  <a:srgbClr val="15313A"/>
                </a:solidFill>
                <a:latin typeface="Arial"/>
                <a:ea typeface="Arial"/>
                <a:cs typeface="Arial"/>
              </a:defRPr>
            </a:lvl9pPr>
          </a:lstStyle>
          <a:p xmlns:a="http://schemas.openxmlformats.org/drawingml/2006/main">
            <a:pPr algn="l">
              <a:lnSpc>
                <a:spcPct val="102000"/>
              </a:lnSpc>
              <a:buNone/>
              <a:defRPr sz="1425" b="1">
                <a:solidFill>
                  <a:srgbClr val="15313A"/>
                </a:solidFill>
                <a:latin typeface="Arial"/>
                <a:ea typeface="Arial"/>
                <a:cs typeface="Arial"/>
              </a:defRPr>
            </a:pPr>
            <a:r>
              <a:rPr sz="1425" b="1">
                <a:solidFill>
                  <a:srgbClr val="15313A"/>
                </a:solidFill>
                <a:latin typeface="Arial"/>
                <a:ea typeface="Arial"/>
                <a:cs typeface="Arial"/>
              </a:rPr>
              <a:t>AUC 0.800 · Accuracy 72.6%</a:t>
            </a:r>
          </a:p>
        </p:txBody>
      </p:sp>
      <p:sp>
        <p:nvSpPr>
          <p:cNvPr id="27" name="">
            <a:extLst xmlns:a="http://schemas.openxmlformats.org/drawingml/2006/main">
              <a:ext uri="{FF2B5EF4-FFF2-40B4-BE49-F238E27FC236}">
                <a16:creationId xmlns:a16="http://schemas.microsoft.com/office/drawing/2014/main" id="{D9F7B3EA-4ADA-474F-91B1-8BC220CA067D}"/>
              </a:ext>
            </a:extLst>
          </p:cNvPr>
          <p:cNvSpPr>
            <a:spLocks xmlns:a="http://schemas.openxmlformats.org/drawingml/2006/main" noGrp="1"/>
          </p:cNvSpPr>
          <p:nvPr/>
        </p:nvSpPr>
        <p:spPr>
          <a:xfrm xmlns:a="http://schemas.openxmlformats.org/drawingml/2006/main">
            <a:off x="781050" y="5534025"/>
            <a:ext cx="10725150" cy="457200"/>
          </a:xfrm>
          <a:prstGeom xmlns:a="http://schemas.openxmlformats.org/drawingml/2006/main" prst="rect">
            <a:avLst/>
          </a:prstGeom>
          <a:solidFill xmlns:a="http://schemas.openxmlformats.org/drawingml/2006/main">
            <a:srgbClr val="0B273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F9E4712-AC65-4035-B3CD-68E038392B5C}"/>
              </a:ext>
            </a:extLst>
          </p:cNvPr>
          <p:cNvSpPr>
            <a:spLocks xmlns:a="http://schemas.openxmlformats.org/drawingml/2006/main" noGrp="1"/>
          </p:cNvSpPr>
          <p:nvPr/>
        </p:nvSpPr>
        <p:spPr>
          <a:xfrm xmlns:a="http://schemas.openxmlformats.org/drawingml/2006/main">
            <a:off x="942975" y="56578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lnSpc>
                <a:spcPct val="102000"/>
              </a:lnSpc>
              <a:buNone/>
              <a:defRPr sz="1350" b="1">
                <a:solidFill>
                  <a:srgbClr val="FFFFFF"/>
                </a:solidFill>
                <a:latin typeface="Arial"/>
                <a:ea typeface="Arial"/>
                <a:cs typeface="Arial"/>
              </a:defRPr>
            </a:pPr>
            <a:r>
              <a:rPr sz="1350" b="1">
                <a:solidFill>
                  <a:srgbClr val="FFFFFF"/>
                </a:solidFill>
                <a:latin typeface="Arial"/>
                <a:ea typeface="Arial"/>
                <a:cs typeface="Arial"/>
              </a:rPr>
              <a:t>At assumed 14% prevalence: approximate precision 25.8% · share flagged 46.1%</a:t>
            </a:r>
          </a:p>
        </p:txBody>
      </p:sp>
      <p:sp>
        <p:nvSpPr>
          <p:cNvPr id="29" name="">
            <a:extLst xmlns:a="http://schemas.openxmlformats.org/drawingml/2006/main">
              <a:ext uri="{FF2B5EF4-FFF2-40B4-BE49-F238E27FC236}">
                <a16:creationId xmlns:a16="http://schemas.microsoft.com/office/drawing/2014/main" id="{6FB05B32-E5F5-4BE9-8E55-29F4A436F47C}"/>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data/06_cmb_logreg_70kdataset/diabetes_eval_logreg_70k.csv</a:t>
            </a:r>
          </a:p>
        </p:txBody>
      </p:sp>
      <p:sp>
        <p:nvSpPr>
          <p:cNvPr id="30" name="">
            <a:extLst xmlns:a="http://schemas.openxmlformats.org/drawingml/2006/main">
              <a:ext uri="{FF2B5EF4-FFF2-40B4-BE49-F238E27FC236}">
                <a16:creationId xmlns:a16="http://schemas.microsoft.com/office/drawing/2014/main" id="{F56AA0E7-1DFB-4442-8CCE-6E219F2112EB}"/>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07 / 10</a:t>
            </a:r>
          </a:p>
        </p:txBody>
      </p:sp>
    </p:spTree>
    <p:extLst>
      <p:ext uri="{BB962C8B-B14F-4D97-AF65-F5344CB8AC3E}">
        <p14:creationId xmlns:p14="http://schemas.microsoft.com/office/powerpoint/2010/main" val="187709142"/>
      </p:ext>
    </p:extLst>
  </p:cSld>
</p:sld>
</file>

<file path=ppt/slides/slide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5D38C0-05E6-4B00-ABBE-45FE82700B19}"/>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SO WHAT · ALTERNATIVES</a:t>
            </a:r>
          </a:p>
        </p:txBody>
      </p:sp>
      <p:sp>
        <p:nvSpPr>
          <p:cNvPr id="2" name="">
            <a:extLst xmlns:a="http://schemas.openxmlformats.org/drawingml/2006/main">
              <a:ext uri="{FF2B5EF4-FFF2-40B4-BE49-F238E27FC236}">
                <a16:creationId xmlns:a16="http://schemas.microsoft.com/office/drawing/2014/main" id="{365915CA-92A8-4D2F-871A-18B6AEE8A5E5}"/>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More training rows did not produce a useful lift</a:t>
            </a:r>
          </a:p>
        </p:txBody>
      </p:sp>
      <p:sp>
        <p:nvSpPr>
          <p:cNvPr id="3" name="">
            <a:extLst xmlns:a="http://schemas.openxmlformats.org/drawingml/2006/main">
              <a:ext uri="{FF2B5EF4-FFF2-40B4-BE49-F238E27FC236}">
                <a16:creationId xmlns:a16="http://schemas.microsoft.com/office/drawing/2014/main" id="{05704D59-4682-4CB2-8C4B-9A2C93B9C10D}"/>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All candidates below were scored on the same held-out respondents.</a:t>
            </a:r>
          </a:p>
        </p:txBody>
      </p:sp>
      <p:sp>
        <p:nvSpPr>
          <p:cNvPr id="4" name="">
            <a:extLst xmlns:a="http://schemas.openxmlformats.org/drawingml/2006/main">
              <a:ext uri="{FF2B5EF4-FFF2-40B4-BE49-F238E27FC236}">
                <a16:creationId xmlns:a16="http://schemas.microsoft.com/office/drawing/2014/main" id="{3D76BED6-7338-44C9-A0C3-7E015F886F02}"/>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graphicFrame>
        <p:nvGraphicFramePr>
          <p:cNvPr id="5" name="Chart">
            <a:extLst xmlns:a="http://schemas.openxmlformats.org/drawingml/2006/main">
              <a:ext uri="{FF2B5EF4-FFF2-40B4-BE49-F238E27FC236}">
                <a16:creationId xmlns:a16="http://schemas.microsoft.com/office/drawing/2014/main" id="{FAC3946A-96A1-4801-9B9C-4F16291F834B}"/>
              </a:ext>
            </a:extLst>
          </p:cNvPr>
          <p:cNvGraphicFramePr/>
          <p:nvPr/>
        </p:nvGraphicFramePr>
        <p:xfrm>
          <a:off xmlns:a="http://schemas.openxmlformats.org/drawingml/2006/main" x="523875" y="1838325"/>
          <a:ext xmlns:a="http://schemas.openxmlformats.org/drawingml/2006/main" cx="7620000" cy="3905250"/>
        </p:xfrm>
        <a:graphic xmlns:a="http://schemas.openxmlformats.org/drawingml/2006/main">
          <a:graphicData uri="http://schemas.openxmlformats.org/drawingml/2006/chart">
            <c:chart xmlns:r="http://schemas.openxmlformats.org/officeDocument/2006/relationships" xmlns:c="http://schemas.openxmlformats.org/drawingml/2006/chart" r:id="R26f9711681d24842"/>
          </a:graphicData>
        </a:graphic>
      </p:graphicFrame>
      <p:sp>
        <p:nvSpPr>
          <p:cNvPr id="6" name="">
            <a:extLst xmlns:a="http://schemas.openxmlformats.org/drawingml/2006/main">
              <a:ext uri="{FF2B5EF4-FFF2-40B4-BE49-F238E27FC236}">
                <a16:creationId xmlns:a16="http://schemas.microsoft.com/office/drawing/2014/main" id="{3454EC56-C36D-440B-AA03-F3BB4F27B205}"/>
              </a:ext>
            </a:extLst>
          </p:cNvPr>
          <p:cNvSpPr>
            <a:spLocks xmlns:a="http://schemas.openxmlformats.org/drawingml/2006/main" noGrp="1"/>
          </p:cNvSpPr>
          <p:nvPr/>
        </p:nvSpPr>
        <p:spPr>
          <a:xfrm xmlns:a="http://schemas.openxmlformats.org/drawingml/2006/main">
            <a:off x="8382000" y="1952625"/>
            <a:ext cx="19050" cy="369570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97F3D9-29C1-44A6-9AF9-828816E1C643}"/>
              </a:ext>
            </a:extLst>
          </p:cNvPr>
          <p:cNvSpPr>
            <a:spLocks xmlns:a="http://schemas.openxmlformats.org/drawingml/2006/main" noGrp="1"/>
          </p:cNvSpPr>
          <p:nvPr/>
        </p:nvSpPr>
        <p:spPr>
          <a:xfrm xmlns:a="http://schemas.openxmlformats.org/drawingml/2006/main">
            <a:off x="8629650" y="2095500"/>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6D5F"/>
                </a:solidFill>
                <a:latin typeface="Arial"/>
                <a:ea typeface="Arial"/>
                <a:cs typeface="Arial"/>
              </a:defRPr>
            </a:defPPr>
            <a:lvl1pPr algn="l">
              <a:defRPr sz="1125" b="1">
                <a:solidFill>
                  <a:srgbClr val="E36D5F"/>
                </a:solidFill>
                <a:latin typeface="Arial"/>
                <a:ea typeface="Arial"/>
                <a:cs typeface="Arial"/>
              </a:defRPr>
            </a:lvl1pPr>
            <a:lvl2pPr algn="l">
              <a:defRPr sz="1125" b="1">
                <a:solidFill>
                  <a:srgbClr val="E36D5F"/>
                </a:solidFill>
                <a:latin typeface="Arial"/>
                <a:ea typeface="Arial"/>
                <a:cs typeface="Arial"/>
              </a:defRPr>
            </a:lvl2pPr>
            <a:lvl3pPr algn="l">
              <a:defRPr sz="1125" b="1">
                <a:solidFill>
                  <a:srgbClr val="E36D5F"/>
                </a:solidFill>
                <a:latin typeface="Arial"/>
                <a:ea typeface="Arial"/>
                <a:cs typeface="Arial"/>
              </a:defRPr>
            </a:lvl3pPr>
            <a:lvl4pPr algn="l">
              <a:defRPr sz="1125" b="1">
                <a:solidFill>
                  <a:srgbClr val="E36D5F"/>
                </a:solidFill>
                <a:latin typeface="Arial"/>
                <a:ea typeface="Arial"/>
                <a:cs typeface="Arial"/>
              </a:defRPr>
            </a:lvl4pPr>
            <a:lvl5pPr algn="l">
              <a:defRPr sz="1125" b="1">
                <a:solidFill>
                  <a:srgbClr val="E36D5F"/>
                </a:solidFill>
                <a:latin typeface="Arial"/>
                <a:ea typeface="Arial"/>
                <a:cs typeface="Arial"/>
              </a:defRPr>
            </a:lvl5pPr>
            <a:lvl6pPr algn="l">
              <a:defRPr sz="1125" b="1">
                <a:solidFill>
                  <a:srgbClr val="E36D5F"/>
                </a:solidFill>
                <a:latin typeface="Arial"/>
                <a:ea typeface="Arial"/>
                <a:cs typeface="Arial"/>
              </a:defRPr>
            </a:lvl6pPr>
            <a:lvl7pPr algn="l">
              <a:defRPr sz="1125" b="1">
                <a:solidFill>
                  <a:srgbClr val="E36D5F"/>
                </a:solidFill>
                <a:latin typeface="Arial"/>
                <a:ea typeface="Arial"/>
                <a:cs typeface="Arial"/>
              </a:defRPr>
            </a:lvl7pPr>
            <a:lvl8pPr algn="l">
              <a:defRPr sz="1125" b="1">
                <a:solidFill>
                  <a:srgbClr val="E36D5F"/>
                </a:solidFill>
                <a:latin typeface="Arial"/>
                <a:ea typeface="Arial"/>
                <a:cs typeface="Arial"/>
              </a:defRPr>
            </a:lvl8pPr>
            <a:lvl9pPr algn="l">
              <a:defRPr sz="1125" b="1">
                <a:solidFill>
                  <a:srgbClr val="E36D5F"/>
                </a:solidFill>
                <a:latin typeface="Arial"/>
                <a:ea typeface="Arial"/>
                <a:cs typeface="Arial"/>
              </a:defRPr>
            </a:lvl9pPr>
          </a:lstStyle>
          <a:p xmlns:a="http://schemas.openxmlformats.org/drawingml/2006/main">
            <a:pPr algn="l">
              <a:lnSpc>
                <a:spcPct val="102000"/>
              </a:lnSpc>
              <a:buNone/>
              <a:defRPr sz="1125" b="1">
                <a:solidFill>
                  <a:srgbClr val="E36D5F"/>
                </a:solidFill>
                <a:latin typeface="Arial"/>
                <a:ea typeface="Arial"/>
                <a:cs typeface="Arial"/>
              </a:defRPr>
            </a:pPr>
            <a:r>
              <a:rPr sz="1125" b="1">
                <a:solidFill>
                  <a:srgbClr val="E36D5F"/>
                </a:solidFill>
                <a:latin typeface="Arial"/>
                <a:ea typeface="Arial"/>
                <a:cs typeface="Arial"/>
              </a:rPr>
              <a:t>L2 REGULARIZATION</a:t>
            </a:r>
          </a:p>
        </p:txBody>
      </p:sp>
      <p:sp>
        <p:nvSpPr>
          <p:cNvPr id="8" name="">
            <a:extLst xmlns:a="http://schemas.openxmlformats.org/drawingml/2006/main">
              <a:ext uri="{FF2B5EF4-FFF2-40B4-BE49-F238E27FC236}">
                <a16:creationId xmlns:a16="http://schemas.microsoft.com/office/drawing/2014/main" id="{7DAAE8B6-6185-4998-B4D6-90D8F739B8DB}"/>
              </a:ext>
            </a:extLst>
          </p:cNvPr>
          <p:cNvSpPr>
            <a:spLocks xmlns:a="http://schemas.openxmlformats.org/drawingml/2006/main" noGrp="1"/>
          </p:cNvSpPr>
          <p:nvPr/>
        </p:nvSpPr>
        <p:spPr>
          <a:xfrm xmlns:a="http://schemas.openxmlformats.org/drawingml/2006/main">
            <a:off x="8629650" y="248602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5313A"/>
                </a:solidFill>
                <a:latin typeface="Arial"/>
                <a:ea typeface="Arial"/>
                <a:cs typeface="Arial"/>
              </a:defRPr>
            </a:defPPr>
            <a:lvl1pPr algn="l">
              <a:defRPr sz="2325" b="1">
                <a:solidFill>
                  <a:srgbClr val="15313A"/>
                </a:solidFill>
                <a:latin typeface="Arial"/>
                <a:ea typeface="Arial"/>
                <a:cs typeface="Arial"/>
              </a:defRPr>
            </a:lvl1pPr>
            <a:lvl2pPr algn="l">
              <a:defRPr sz="2325" b="1">
                <a:solidFill>
                  <a:srgbClr val="15313A"/>
                </a:solidFill>
                <a:latin typeface="Arial"/>
                <a:ea typeface="Arial"/>
                <a:cs typeface="Arial"/>
              </a:defRPr>
            </a:lvl2pPr>
            <a:lvl3pPr algn="l">
              <a:defRPr sz="2325" b="1">
                <a:solidFill>
                  <a:srgbClr val="15313A"/>
                </a:solidFill>
                <a:latin typeface="Arial"/>
                <a:ea typeface="Arial"/>
                <a:cs typeface="Arial"/>
              </a:defRPr>
            </a:lvl3pPr>
            <a:lvl4pPr algn="l">
              <a:defRPr sz="2325" b="1">
                <a:solidFill>
                  <a:srgbClr val="15313A"/>
                </a:solidFill>
                <a:latin typeface="Arial"/>
                <a:ea typeface="Arial"/>
                <a:cs typeface="Arial"/>
              </a:defRPr>
            </a:lvl4pPr>
            <a:lvl5pPr algn="l">
              <a:defRPr sz="2325" b="1">
                <a:solidFill>
                  <a:srgbClr val="15313A"/>
                </a:solidFill>
                <a:latin typeface="Arial"/>
                <a:ea typeface="Arial"/>
                <a:cs typeface="Arial"/>
              </a:defRPr>
            </a:lvl5pPr>
            <a:lvl6pPr algn="l">
              <a:defRPr sz="2325" b="1">
                <a:solidFill>
                  <a:srgbClr val="15313A"/>
                </a:solidFill>
                <a:latin typeface="Arial"/>
                <a:ea typeface="Arial"/>
                <a:cs typeface="Arial"/>
              </a:defRPr>
            </a:lvl6pPr>
            <a:lvl7pPr algn="l">
              <a:defRPr sz="2325" b="1">
                <a:solidFill>
                  <a:srgbClr val="15313A"/>
                </a:solidFill>
                <a:latin typeface="Arial"/>
                <a:ea typeface="Arial"/>
                <a:cs typeface="Arial"/>
              </a:defRPr>
            </a:lvl7pPr>
            <a:lvl8pPr algn="l">
              <a:defRPr sz="2325" b="1">
                <a:solidFill>
                  <a:srgbClr val="15313A"/>
                </a:solidFill>
                <a:latin typeface="Arial"/>
                <a:ea typeface="Arial"/>
                <a:cs typeface="Arial"/>
              </a:defRPr>
            </a:lvl8pPr>
            <a:lvl9pPr algn="l">
              <a:defRPr sz="2325" b="1">
                <a:solidFill>
                  <a:srgbClr val="15313A"/>
                </a:solidFill>
                <a:latin typeface="Arial"/>
                <a:ea typeface="Arial"/>
                <a:cs typeface="Arial"/>
              </a:defRPr>
            </a:lvl9pPr>
          </a:lstStyle>
          <a:p xmlns:a="http://schemas.openxmlformats.org/drawingml/2006/main">
            <a:pPr algn="l">
              <a:lnSpc>
                <a:spcPct val="102000"/>
              </a:lnSpc>
              <a:buNone/>
              <a:defRPr sz="2325" b="1">
                <a:solidFill>
                  <a:srgbClr val="15313A"/>
                </a:solidFill>
                <a:latin typeface="Arial"/>
                <a:ea typeface="Arial"/>
                <a:cs typeface="Arial"/>
              </a:defRPr>
            </a:pPr>
            <a:r>
              <a:rPr sz="2325" b="1">
                <a:solidFill>
                  <a:srgbClr val="15313A"/>
                </a:solidFill>
                <a:latin typeface="Arial"/>
                <a:ea typeface="Arial"/>
                <a:cs typeface="Arial"/>
              </a:rPr>
              <a:t>C = 0.1</a:t>
            </a:r>
          </a:p>
        </p:txBody>
      </p:sp>
      <p:sp>
        <p:nvSpPr>
          <p:cNvPr id="9" name="">
            <a:extLst xmlns:a="http://schemas.openxmlformats.org/drawingml/2006/main">
              <a:ext uri="{FF2B5EF4-FFF2-40B4-BE49-F238E27FC236}">
                <a16:creationId xmlns:a16="http://schemas.microsoft.com/office/drawing/2014/main" id="{25F6406B-32ED-400C-AF13-1808414F0A53}"/>
              </a:ext>
            </a:extLst>
          </p:cNvPr>
          <p:cNvSpPr>
            <a:spLocks xmlns:a="http://schemas.openxmlformats.org/drawingml/2006/main" noGrp="1"/>
          </p:cNvSpPr>
          <p:nvPr/>
        </p:nvSpPr>
        <p:spPr>
          <a:xfrm xmlns:a="http://schemas.openxmlformats.org/drawingml/2006/main">
            <a:off x="8629650" y="30194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5313A"/>
                </a:solidFill>
                <a:latin typeface="Arial"/>
                <a:ea typeface="Arial"/>
                <a:cs typeface="Arial"/>
              </a:defRPr>
            </a:defPPr>
            <a:lvl1pPr algn="l">
              <a:defRPr sz="1575" b="0">
                <a:solidFill>
                  <a:srgbClr val="15313A"/>
                </a:solidFill>
                <a:latin typeface="Arial"/>
                <a:ea typeface="Arial"/>
                <a:cs typeface="Arial"/>
              </a:defRPr>
            </a:lvl1pPr>
            <a:lvl2pPr algn="l">
              <a:defRPr sz="1575" b="0">
                <a:solidFill>
                  <a:srgbClr val="15313A"/>
                </a:solidFill>
                <a:latin typeface="Arial"/>
                <a:ea typeface="Arial"/>
                <a:cs typeface="Arial"/>
              </a:defRPr>
            </a:lvl2pPr>
            <a:lvl3pPr algn="l">
              <a:defRPr sz="1575" b="0">
                <a:solidFill>
                  <a:srgbClr val="15313A"/>
                </a:solidFill>
                <a:latin typeface="Arial"/>
                <a:ea typeface="Arial"/>
                <a:cs typeface="Arial"/>
              </a:defRPr>
            </a:lvl3pPr>
            <a:lvl4pPr algn="l">
              <a:defRPr sz="1575" b="0">
                <a:solidFill>
                  <a:srgbClr val="15313A"/>
                </a:solidFill>
                <a:latin typeface="Arial"/>
                <a:ea typeface="Arial"/>
                <a:cs typeface="Arial"/>
              </a:defRPr>
            </a:lvl4pPr>
            <a:lvl5pPr algn="l">
              <a:defRPr sz="1575" b="0">
                <a:solidFill>
                  <a:srgbClr val="15313A"/>
                </a:solidFill>
                <a:latin typeface="Arial"/>
                <a:ea typeface="Arial"/>
                <a:cs typeface="Arial"/>
              </a:defRPr>
            </a:lvl5pPr>
            <a:lvl6pPr algn="l">
              <a:defRPr sz="1575" b="0">
                <a:solidFill>
                  <a:srgbClr val="15313A"/>
                </a:solidFill>
                <a:latin typeface="Arial"/>
                <a:ea typeface="Arial"/>
                <a:cs typeface="Arial"/>
              </a:defRPr>
            </a:lvl6pPr>
            <a:lvl7pPr algn="l">
              <a:defRPr sz="1575" b="0">
                <a:solidFill>
                  <a:srgbClr val="15313A"/>
                </a:solidFill>
                <a:latin typeface="Arial"/>
                <a:ea typeface="Arial"/>
                <a:cs typeface="Arial"/>
              </a:defRPr>
            </a:lvl7pPr>
            <a:lvl8pPr algn="l">
              <a:defRPr sz="1575" b="0">
                <a:solidFill>
                  <a:srgbClr val="15313A"/>
                </a:solidFill>
                <a:latin typeface="Arial"/>
                <a:ea typeface="Arial"/>
                <a:cs typeface="Arial"/>
              </a:defRPr>
            </a:lvl8pPr>
            <a:lvl9pPr algn="l">
              <a:defRPr sz="1575" b="0">
                <a:solidFill>
                  <a:srgbClr val="15313A"/>
                </a:solidFill>
                <a:latin typeface="Arial"/>
                <a:ea typeface="Arial"/>
                <a:cs typeface="Arial"/>
              </a:defRPr>
            </a:lvl9pPr>
          </a:lstStyle>
          <a:p xmlns:a="http://schemas.openxmlformats.org/drawingml/2006/main">
            <a:pPr algn="l">
              <a:lnSpc>
                <a:spcPct val="102000"/>
              </a:lnSpc>
              <a:buNone/>
              <a:defRPr sz="1575" b="0">
                <a:solidFill>
                  <a:srgbClr val="15313A"/>
                </a:solidFill>
                <a:latin typeface="Arial"/>
                <a:ea typeface="Arial"/>
                <a:cs typeface="Arial"/>
              </a:defRPr>
            </a:pPr>
            <a:r>
              <a:rPr sz="1575" b="0">
                <a:solidFill>
                  <a:srgbClr val="15313A"/>
                </a:solidFill>
                <a:latin typeface="Arial"/>
                <a:ea typeface="Arial"/>
                <a:cs typeface="Arial"/>
              </a:rPr>
              <a:t>84.998% recall</a:t>
            </a:r>
          </a:p>
          <a:p xmlns:a="http://schemas.openxmlformats.org/drawingml/2006/main">
            <a:pPr algn="l">
              <a:lnSpc>
                <a:spcPct val="102000"/>
              </a:lnSpc>
              <a:buNone/>
              <a:defRPr sz="1575" b="0">
                <a:solidFill>
                  <a:srgbClr val="15313A"/>
                </a:solidFill>
                <a:latin typeface="Arial"/>
                <a:ea typeface="Arial"/>
                <a:cs typeface="Arial"/>
              </a:defRPr>
            </a:pPr>
            <a:r>
              <a:rPr sz="1575" b="0">
                <a:solidFill>
                  <a:srgbClr val="15313A"/>
                </a:solidFill>
                <a:latin typeface="Arial"/>
                <a:ea typeface="Arial"/>
                <a:cs typeface="Arial"/>
              </a:rPr>
              <a:t>60.21% specificity</a:t>
            </a:r>
          </a:p>
        </p:txBody>
      </p:sp>
      <p:sp>
        <p:nvSpPr>
          <p:cNvPr id="10" name="">
            <a:extLst xmlns:a="http://schemas.openxmlformats.org/drawingml/2006/main">
              <a:ext uri="{FF2B5EF4-FFF2-40B4-BE49-F238E27FC236}">
                <a16:creationId xmlns:a16="http://schemas.microsoft.com/office/drawing/2014/main" id="{5CACAC7A-06E4-4C7D-BCD6-C0263176BEC9}"/>
              </a:ext>
            </a:extLst>
          </p:cNvPr>
          <p:cNvSpPr>
            <a:spLocks xmlns:a="http://schemas.openxmlformats.org/drawingml/2006/main" noGrp="1"/>
          </p:cNvSpPr>
          <p:nvPr/>
        </p:nvSpPr>
        <p:spPr>
          <a:xfrm xmlns:a="http://schemas.openxmlformats.org/drawingml/2006/main">
            <a:off x="8629650" y="3752850"/>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C7077"/>
                </a:solidFill>
                <a:latin typeface="Arial"/>
                <a:ea typeface="Arial"/>
                <a:cs typeface="Arial"/>
              </a:defRPr>
            </a:defPPr>
            <a:lvl1pPr algn="l">
              <a:defRPr sz="1425" b="0">
                <a:solidFill>
                  <a:srgbClr val="5C7077"/>
                </a:solidFill>
                <a:latin typeface="Arial"/>
                <a:ea typeface="Arial"/>
                <a:cs typeface="Arial"/>
              </a:defRPr>
            </a:lvl1pPr>
            <a:lvl2pPr algn="l">
              <a:defRPr sz="1425" b="0">
                <a:solidFill>
                  <a:srgbClr val="5C7077"/>
                </a:solidFill>
                <a:latin typeface="Arial"/>
                <a:ea typeface="Arial"/>
                <a:cs typeface="Arial"/>
              </a:defRPr>
            </a:lvl2pPr>
            <a:lvl3pPr algn="l">
              <a:defRPr sz="1425" b="0">
                <a:solidFill>
                  <a:srgbClr val="5C7077"/>
                </a:solidFill>
                <a:latin typeface="Arial"/>
                <a:ea typeface="Arial"/>
                <a:cs typeface="Arial"/>
              </a:defRPr>
            </a:lvl3pPr>
            <a:lvl4pPr algn="l">
              <a:defRPr sz="1425" b="0">
                <a:solidFill>
                  <a:srgbClr val="5C7077"/>
                </a:solidFill>
                <a:latin typeface="Arial"/>
                <a:ea typeface="Arial"/>
                <a:cs typeface="Arial"/>
              </a:defRPr>
            </a:lvl4pPr>
            <a:lvl5pPr algn="l">
              <a:defRPr sz="1425" b="0">
                <a:solidFill>
                  <a:srgbClr val="5C7077"/>
                </a:solidFill>
                <a:latin typeface="Arial"/>
                <a:ea typeface="Arial"/>
                <a:cs typeface="Arial"/>
              </a:defRPr>
            </a:lvl5pPr>
            <a:lvl6pPr algn="l">
              <a:defRPr sz="1425" b="0">
                <a:solidFill>
                  <a:srgbClr val="5C7077"/>
                </a:solidFill>
                <a:latin typeface="Arial"/>
                <a:ea typeface="Arial"/>
                <a:cs typeface="Arial"/>
              </a:defRPr>
            </a:lvl6pPr>
            <a:lvl7pPr algn="l">
              <a:defRPr sz="1425" b="0">
                <a:solidFill>
                  <a:srgbClr val="5C7077"/>
                </a:solidFill>
                <a:latin typeface="Arial"/>
                <a:ea typeface="Arial"/>
                <a:cs typeface="Arial"/>
              </a:defRPr>
            </a:lvl7pPr>
            <a:lvl8pPr algn="l">
              <a:defRPr sz="1425" b="0">
                <a:solidFill>
                  <a:srgbClr val="5C7077"/>
                </a:solidFill>
                <a:latin typeface="Arial"/>
                <a:ea typeface="Arial"/>
                <a:cs typeface="Arial"/>
              </a:defRPr>
            </a:lvl8pPr>
            <a:lvl9pPr algn="l">
              <a:defRPr sz="1425" b="0">
                <a:solidFill>
                  <a:srgbClr val="5C7077"/>
                </a:solidFill>
                <a:latin typeface="Arial"/>
                <a:ea typeface="Arial"/>
                <a:cs typeface="Arial"/>
              </a:defRPr>
            </a:lvl9pPr>
          </a:lstStyle>
          <a:p xmlns:a="http://schemas.openxmlformats.org/drawingml/2006/main">
            <a:pPr algn="l">
              <a:lnSpc>
                <a:spcPct val="102000"/>
              </a:lnSpc>
              <a:buNone/>
              <a:defRPr sz="1425" b="0">
                <a:solidFill>
                  <a:srgbClr val="5C7077"/>
                </a:solidFill>
                <a:latin typeface="Arial"/>
                <a:ea typeface="Arial"/>
                <a:cs typeface="Arial"/>
              </a:defRPr>
            </a:pPr>
            <a:r>
              <a:rPr sz="1425" b="0">
                <a:solidFill>
                  <a:srgbClr val="5C7077"/>
                </a:solidFill>
                <a:latin typeface="Arial"/>
                <a:ea typeface="Arial"/>
                <a:cs typeface="Arial"/>
              </a:rPr>
              <a:t>Matched M1 on specificity, but did not meet the 85% recall target.</a:t>
            </a:r>
          </a:p>
        </p:txBody>
      </p:sp>
      <p:sp>
        <p:nvSpPr>
          <p:cNvPr id="11" name="">
            <a:extLst xmlns:a="http://schemas.openxmlformats.org/drawingml/2006/main">
              <a:ext uri="{FF2B5EF4-FFF2-40B4-BE49-F238E27FC236}">
                <a16:creationId xmlns:a16="http://schemas.microsoft.com/office/drawing/2014/main" id="{E537F70F-739C-4FCD-B482-08B46B698595}"/>
              </a:ext>
            </a:extLst>
          </p:cNvPr>
          <p:cNvSpPr>
            <a:spLocks xmlns:a="http://schemas.openxmlformats.org/drawingml/2006/main" noGrp="1"/>
          </p:cNvSpPr>
          <p:nvPr/>
        </p:nvSpPr>
        <p:spPr>
          <a:xfrm xmlns:a="http://schemas.openxmlformats.org/drawingml/2006/main">
            <a:off x="742950" y="5762625"/>
            <a:ext cx="10744200" cy="333375"/>
          </a:xfrm>
          <a:prstGeom xmlns:a="http://schemas.openxmlformats.org/drawingml/2006/main" prst="rect">
            <a:avLst/>
          </a:prstGeom>
          <a:solidFill xmlns:a="http://schemas.openxmlformats.org/drawingml/2006/main">
            <a:srgbClr val="0B273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5EA149-5715-42C8-A5A8-AC2ECBC5799C}"/>
              </a:ext>
            </a:extLst>
          </p:cNvPr>
          <p:cNvSpPr>
            <a:spLocks xmlns:a="http://schemas.openxmlformats.org/drawingml/2006/main" noGrp="1"/>
          </p:cNvSpPr>
          <p:nvPr/>
        </p:nvSpPr>
        <p:spPr>
          <a:xfrm xmlns:a="http://schemas.openxmlformats.org/drawingml/2006/main">
            <a:off x="895350" y="5819775"/>
            <a:ext cx="10429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FFFFF"/>
                </a:solidFill>
                <a:latin typeface="Arial"/>
                <a:ea typeface="Arial"/>
                <a:cs typeface="Arial"/>
              </a:defRPr>
            </a:defPPr>
            <a:lvl1pPr algn="l">
              <a:defRPr sz="1200" b="1">
                <a:solidFill>
                  <a:srgbClr val="FFFFFF"/>
                </a:solidFill>
                <a:latin typeface="Arial"/>
                <a:ea typeface="Arial"/>
                <a:cs typeface="Arial"/>
              </a:defRPr>
            </a:lvl1pPr>
            <a:lvl2pPr algn="l">
              <a:defRPr sz="1200" b="1">
                <a:solidFill>
                  <a:srgbClr val="FFFFFF"/>
                </a:solidFill>
                <a:latin typeface="Arial"/>
                <a:ea typeface="Arial"/>
                <a:cs typeface="Arial"/>
              </a:defRPr>
            </a:lvl2pPr>
            <a:lvl3pPr algn="l">
              <a:defRPr sz="1200" b="1">
                <a:solidFill>
                  <a:srgbClr val="FFFFFF"/>
                </a:solidFill>
                <a:latin typeface="Arial"/>
                <a:ea typeface="Arial"/>
                <a:cs typeface="Arial"/>
              </a:defRPr>
            </a:lvl3pPr>
            <a:lvl4pPr algn="l">
              <a:defRPr sz="1200" b="1">
                <a:solidFill>
                  <a:srgbClr val="FFFFFF"/>
                </a:solidFill>
                <a:latin typeface="Arial"/>
                <a:ea typeface="Arial"/>
                <a:cs typeface="Arial"/>
              </a:defRPr>
            </a:lvl4pPr>
            <a:lvl5pPr algn="l">
              <a:defRPr sz="1200" b="1">
                <a:solidFill>
                  <a:srgbClr val="FFFFFF"/>
                </a:solidFill>
                <a:latin typeface="Arial"/>
                <a:ea typeface="Arial"/>
                <a:cs typeface="Arial"/>
              </a:defRPr>
            </a:lvl5pPr>
            <a:lvl6pPr algn="l">
              <a:defRPr sz="1200" b="1">
                <a:solidFill>
                  <a:srgbClr val="FFFFFF"/>
                </a:solidFill>
                <a:latin typeface="Arial"/>
                <a:ea typeface="Arial"/>
                <a:cs typeface="Arial"/>
              </a:defRPr>
            </a:lvl6pPr>
            <a:lvl7pPr algn="l">
              <a:defRPr sz="1200" b="1">
                <a:solidFill>
                  <a:srgbClr val="FFFFFF"/>
                </a:solidFill>
                <a:latin typeface="Arial"/>
                <a:ea typeface="Arial"/>
                <a:cs typeface="Arial"/>
              </a:defRPr>
            </a:lvl7pPr>
            <a:lvl8pPr algn="l">
              <a:defRPr sz="1200" b="1">
                <a:solidFill>
                  <a:srgbClr val="FFFFFF"/>
                </a:solidFill>
                <a:latin typeface="Arial"/>
                <a:ea typeface="Arial"/>
                <a:cs typeface="Arial"/>
              </a:defRPr>
            </a:lvl8pPr>
            <a:lvl9pPr algn="l">
              <a:defRPr sz="1200" b="1">
                <a:solidFill>
                  <a:srgbClr val="FFFFFF"/>
                </a:solidFill>
                <a:latin typeface="Arial"/>
                <a:ea typeface="Arial"/>
                <a:cs typeface="Arial"/>
              </a:defRPr>
            </a:lvl9pPr>
          </a:lstStyle>
          <a:p xmlns:a="http://schemas.openxmlformats.org/drawingml/2006/main">
            <a:pPr algn="l">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The fixed test set has been reused. Treat results as exploratory, not fresh validation.</a:t>
            </a:r>
          </a:p>
        </p:txBody>
      </p:sp>
      <p:sp>
        <p:nvSpPr>
          <p:cNvPr id="13" name="">
            <a:extLst xmlns:a="http://schemas.openxmlformats.org/drawingml/2006/main">
              <a:ext uri="{FF2B5EF4-FFF2-40B4-BE49-F238E27FC236}">
                <a16:creationId xmlns:a16="http://schemas.microsoft.com/office/drawing/2014/main" id="{B2E9BC10-EC1C-4F90-BD55-E9F108FD7C29}"/>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Sources: notebooks/08_model_comparison; notebooks/10_model_experiments/results/*.csv</a:t>
            </a:r>
          </a:p>
        </p:txBody>
      </p:sp>
      <p:sp>
        <p:nvSpPr>
          <p:cNvPr id="14" name="">
            <a:extLst xmlns:a="http://schemas.openxmlformats.org/drawingml/2006/main">
              <a:ext uri="{FF2B5EF4-FFF2-40B4-BE49-F238E27FC236}">
                <a16:creationId xmlns:a16="http://schemas.microsoft.com/office/drawing/2014/main" id="{9FEB9C44-690F-4D08-BC41-169D31013257}"/>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08 / 10</a:t>
            </a:r>
          </a:p>
        </p:txBody>
      </p:sp>
    </p:spTree>
    <p:extLst>
      <p:ext uri="{BB962C8B-B14F-4D97-AF65-F5344CB8AC3E}">
        <p14:creationId xmlns:p14="http://schemas.microsoft.com/office/powerpoint/2010/main" val="2403316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5A9E65D-31B7-4D6B-8A4B-7181415714F5}"/>
              </a:ext>
            </a:extLst>
          </p:cNvPr>
          <p:cNvSpPr>
            <a:spLocks xmlns:a="http://schemas.openxmlformats.org/drawingml/2006/main" noGrp="1"/>
          </p:cNvSpPr>
          <p:nvPr/>
        </p:nvSpPr>
        <p:spPr>
          <a:xfrm xmlns:a="http://schemas.openxmlformats.org/drawingml/2006/main">
            <a:off x="6858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09F9A"/>
                </a:solidFill>
                <a:latin typeface="Arial"/>
                <a:ea typeface="Arial"/>
                <a:cs typeface="Arial"/>
              </a:defRPr>
            </a:defPPr>
            <a:lvl1pPr algn="l">
              <a:defRPr sz="1125" b="1">
                <a:solidFill>
                  <a:srgbClr val="009F9A"/>
                </a:solidFill>
                <a:latin typeface="Arial"/>
                <a:ea typeface="Arial"/>
                <a:cs typeface="Arial"/>
              </a:defRPr>
            </a:lvl1pPr>
            <a:lvl2pPr algn="l">
              <a:defRPr sz="1125" b="1">
                <a:solidFill>
                  <a:srgbClr val="009F9A"/>
                </a:solidFill>
                <a:latin typeface="Arial"/>
                <a:ea typeface="Arial"/>
                <a:cs typeface="Arial"/>
              </a:defRPr>
            </a:lvl2pPr>
            <a:lvl3pPr algn="l">
              <a:defRPr sz="1125" b="1">
                <a:solidFill>
                  <a:srgbClr val="009F9A"/>
                </a:solidFill>
                <a:latin typeface="Arial"/>
                <a:ea typeface="Arial"/>
                <a:cs typeface="Arial"/>
              </a:defRPr>
            </a:lvl3pPr>
            <a:lvl4pPr algn="l">
              <a:defRPr sz="1125" b="1">
                <a:solidFill>
                  <a:srgbClr val="009F9A"/>
                </a:solidFill>
                <a:latin typeface="Arial"/>
                <a:ea typeface="Arial"/>
                <a:cs typeface="Arial"/>
              </a:defRPr>
            </a:lvl4pPr>
            <a:lvl5pPr algn="l">
              <a:defRPr sz="1125" b="1">
                <a:solidFill>
                  <a:srgbClr val="009F9A"/>
                </a:solidFill>
                <a:latin typeface="Arial"/>
                <a:ea typeface="Arial"/>
                <a:cs typeface="Arial"/>
              </a:defRPr>
            </a:lvl5pPr>
            <a:lvl6pPr algn="l">
              <a:defRPr sz="1125" b="1">
                <a:solidFill>
                  <a:srgbClr val="009F9A"/>
                </a:solidFill>
                <a:latin typeface="Arial"/>
                <a:ea typeface="Arial"/>
                <a:cs typeface="Arial"/>
              </a:defRPr>
            </a:lvl6pPr>
            <a:lvl7pPr algn="l">
              <a:defRPr sz="1125" b="1">
                <a:solidFill>
                  <a:srgbClr val="009F9A"/>
                </a:solidFill>
                <a:latin typeface="Arial"/>
                <a:ea typeface="Arial"/>
                <a:cs typeface="Arial"/>
              </a:defRPr>
            </a:lvl7pPr>
            <a:lvl8pPr algn="l">
              <a:defRPr sz="1125" b="1">
                <a:solidFill>
                  <a:srgbClr val="009F9A"/>
                </a:solidFill>
                <a:latin typeface="Arial"/>
                <a:ea typeface="Arial"/>
                <a:cs typeface="Arial"/>
              </a:defRPr>
            </a:lvl8pPr>
            <a:lvl9pPr algn="l">
              <a:defRPr sz="1125" b="1">
                <a:solidFill>
                  <a:srgbClr val="009F9A"/>
                </a:solidFill>
                <a:latin typeface="Arial"/>
                <a:ea typeface="Arial"/>
                <a:cs typeface="Arial"/>
              </a:defRPr>
            </a:lvl9pPr>
          </a:lstStyle>
          <a:p xmlns:a="http://schemas.openxmlformats.org/drawingml/2006/main">
            <a:pPr algn="l">
              <a:lnSpc>
                <a:spcPct val="102000"/>
              </a:lnSpc>
              <a:buNone/>
              <a:defRPr sz="1125" b="1">
                <a:solidFill>
                  <a:srgbClr val="009F9A"/>
                </a:solidFill>
                <a:latin typeface="Arial"/>
                <a:ea typeface="Arial"/>
                <a:cs typeface="Arial"/>
              </a:defRPr>
            </a:pPr>
            <a:r>
              <a:rPr sz="1125" b="1">
                <a:solidFill>
                  <a:srgbClr val="009F9A"/>
                </a:solidFill>
                <a:latin typeface="Arial"/>
                <a:ea typeface="Arial"/>
                <a:cs typeface="Arial"/>
              </a:rPr>
              <a:t>SO WHAT · THE APP</a:t>
            </a:r>
          </a:p>
        </p:txBody>
      </p:sp>
      <p:sp>
        <p:nvSpPr>
          <p:cNvPr id="2" name="">
            <a:extLst xmlns:a="http://schemas.openxmlformats.org/drawingml/2006/main">
              <a:ext uri="{FF2B5EF4-FFF2-40B4-BE49-F238E27FC236}">
                <a16:creationId xmlns:a16="http://schemas.microsoft.com/office/drawing/2014/main" id="{875A6228-B77D-462D-8EC6-18522363F178}"/>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5313A"/>
                </a:solidFill>
                <a:latin typeface="Arial"/>
                <a:ea typeface="Arial"/>
                <a:cs typeface="Arial"/>
              </a:defRPr>
            </a:defPPr>
            <a:lvl1pPr algn="l">
              <a:defRPr sz="3225" b="1">
                <a:solidFill>
                  <a:srgbClr val="15313A"/>
                </a:solidFill>
                <a:latin typeface="Arial"/>
                <a:ea typeface="Arial"/>
                <a:cs typeface="Arial"/>
              </a:defRPr>
            </a:lvl1pPr>
            <a:lvl2pPr algn="l">
              <a:defRPr sz="3225" b="1">
                <a:solidFill>
                  <a:srgbClr val="15313A"/>
                </a:solidFill>
                <a:latin typeface="Arial"/>
                <a:ea typeface="Arial"/>
                <a:cs typeface="Arial"/>
              </a:defRPr>
            </a:lvl2pPr>
            <a:lvl3pPr algn="l">
              <a:defRPr sz="3225" b="1">
                <a:solidFill>
                  <a:srgbClr val="15313A"/>
                </a:solidFill>
                <a:latin typeface="Arial"/>
                <a:ea typeface="Arial"/>
                <a:cs typeface="Arial"/>
              </a:defRPr>
            </a:lvl3pPr>
            <a:lvl4pPr algn="l">
              <a:defRPr sz="3225" b="1">
                <a:solidFill>
                  <a:srgbClr val="15313A"/>
                </a:solidFill>
                <a:latin typeface="Arial"/>
                <a:ea typeface="Arial"/>
                <a:cs typeface="Arial"/>
              </a:defRPr>
            </a:lvl4pPr>
            <a:lvl5pPr algn="l">
              <a:defRPr sz="3225" b="1">
                <a:solidFill>
                  <a:srgbClr val="15313A"/>
                </a:solidFill>
                <a:latin typeface="Arial"/>
                <a:ea typeface="Arial"/>
                <a:cs typeface="Arial"/>
              </a:defRPr>
            </a:lvl5pPr>
            <a:lvl6pPr algn="l">
              <a:defRPr sz="3225" b="1">
                <a:solidFill>
                  <a:srgbClr val="15313A"/>
                </a:solidFill>
                <a:latin typeface="Arial"/>
                <a:ea typeface="Arial"/>
                <a:cs typeface="Arial"/>
              </a:defRPr>
            </a:lvl6pPr>
            <a:lvl7pPr algn="l">
              <a:defRPr sz="3225" b="1">
                <a:solidFill>
                  <a:srgbClr val="15313A"/>
                </a:solidFill>
                <a:latin typeface="Arial"/>
                <a:ea typeface="Arial"/>
                <a:cs typeface="Arial"/>
              </a:defRPr>
            </a:lvl7pPr>
            <a:lvl8pPr algn="l">
              <a:defRPr sz="3225" b="1">
                <a:solidFill>
                  <a:srgbClr val="15313A"/>
                </a:solidFill>
                <a:latin typeface="Arial"/>
                <a:ea typeface="Arial"/>
                <a:cs typeface="Arial"/>
              </a:defRPr>
            </a:lvl8pPr>
            <a:lvl9pPr algn="l">
              <a:defRPr sz="3225" b="1">
                <a:solidFill>
                  <a:srgbClr val="15313A"/>
                </a:solidFill>
                <a:latin typeface="Arial"/>
                <a:ea typeface="Arial"/>
                <a:cs typeface="Arial"/>
              </a:defRPr>
            </a:lvl9pPr>
          </a:lstStyle>
          <a:p xmlns:a="http://schemas.openxmlformats.org/drawingml/2006/main">
            <a:pPr algn="l">
              <a:lnSpc>
                <a:spcPct val="102000"/>
              </a:lnSpc>
              <a:buNone/>
              <a:defRPr sz="3225" b="1">
                <a:solidFill>
                  <a:srgbClr val="15313A"/>
                </a:solidFill>
                <a:latin typeface="Arial"/>
                <a:ea typeface="Arial"/>
                <a:cs typeface="Arial"/>
              </a:defRPr>
            </a:pPr>
            <a:r>
              <a:rPr sz="3225" b="1">
                <a:solidFill>
                  <a:srgbClr val="15313A"/>
                </a:solidFill>
                <a:latin typeface="Arial"/>
                <a:ea typeface="Arial"/>
                <a:cs typeface="Arial"/>
              </a:rPr>
              <a:t>A score becomes a cautious next step</a:t>
            </a:r>
          </a:p>
        </p:txBody>
      </p:sp>
      <p:sp>
        <p:nvSpPr>
          <p:cNvPr id="3" name="">
            <a:extLst xmlns:a="http://schemas.openxmlformats.org/drawingml/2006/main">
              <a:ext uri="{FF2B5EF4-FFF2-40B4-BE49-F238E27FC236}">
                <a16:creationId xmlns:a16="http://schemas.microsoft.com/office/drawing/2014/main" id="{3ACE588E-B591-47E4-AED5-4081A6537F4C}"/>
              </a:ext>
            </a:extLst>
          </p:cNvPr>
          <p:cNvSpPr>
            <a:spLocks xmlns:a="http://schemas.openxmlformats.org/drawingml/2006/main" noGrp="1"/>
          </p:cNvSpPr>
          <p:nvPr/>
        </p:nvSpPr>
        <p:spPr>
          <a:xfrm xmlns:a="http://schemas.openxmlformats.org/drawingml/2006/main">
            <a:off x="704850" y="1304925"/>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C7077"/>
                </a:solidFill>
                <a:latin typeface="Arial"/>
                <a:ea typeface="Arial"/>
                <a:cs typeface="Arial"/>
              </a:defRPr>
            </a:defPPr>
            <a:lvl1pPr algn="l">
              <a:defRPr sz="1575" b="0">
                <a:solidFill>
                  <a:srgbClr val="5C7077"/>
                </a:solidFill>
                <a:latin typeface="Arial"/>
                <a:ea typeface="Arial"/>
                <a:cs typeface="Arial"/>
              </a:defRPr>
            </a:lvl1pPr>
            <a:lvl2pPr algn="l">
              <a:defRPr sz="1575" b="0">
                <a:solidFill>
                  <a:srgbClr val="5C7077"/>
                </a:solidFill>
                <a:latin typeface="Arial"/>
                <a:ea typeface="Arial"/>
                <a:cs typeface="Arial"/>
              </a:defRPr>
            </a:lvl2pPr>
            <a:lvl3pPr algn="l">
              <a:defRPr sz="1575" b="0">
                <a:solidFill>
                  <a:srgbClr val="5C7077"/>
                </a:solidFill>
                <a:latin typeface="Arial"/>
                <a:ea typeface="Arial"/>
                <a:cs typeface="Arial"/>
              </a:defRPr>
            </a:lvl3pPr>
            <a:lvl4pPr algn="l">
              <a:defRPr sz="1575" b="0">
                <a:solidFill>
                  <a:srgbClr val="5C7077"/>
                </a:solidFill>
                <a:latin typeface="Arial"/>
                <a:ea typeface="Arial"/>
                <a:cs typeface="Arial"/>
              </a:defRPr>
            </a:lvl4pPr>
            <a:lvl5pPr algn="l">
              <a:defRPr sz="1575" b="0">
                <a:solidFill>
                  <a:srgbClr val="5C7077"/>
                </a:solidFill>
                <a:latin typeface="Arial"/>
                <a:ea typeface="Arial"/>
                <a:cs typeface="Arial"/>
              </a:defRPr>
            </a:lvl5pPr>
            <a:lvl6pPr algn="l">
              <a:defRPr sz="1575" b="0">
                <a:solidFill>
                  <a:srgbClr val="5C7077"/>
                </a:solidFill>
                <a:latin typeface="Arial"/>
                <a:ea typeface="Arial"/>
                <a:cs typeface="Arial"/>
              </a:defRPr>
            </a:lvl6pPr>
            <a:lvl7pPr algn="l">
              <a:defRPr sz="1575" b="0">
                <a:solidFill>
                  <a:srgbClr val="5C7077"/>
                </a:solidFill>
                <a:latin typeface="Arial"/>
                <a:ea typeface="Arial"/>
                <a:cs typeface="Arial"/>
              </a:defRPr>
            </a:lvl7pPr>
            <a:lvl8pPr algn="l">
              <a:defRPr sz="1575" b="0">
                <a:solidFill>
                  <a:srgbClr val="5C7077"/>
                </a:solidFill>
                <a:latin typeface="Arial"/>
                <a:ea typeface="Arial"/>
                <a:cs typeface="Arial"/>
              </a:defRPr>
            </a:lvl8pPr>
            <a:lvl9pPr algn="l">
              <a:defRPr sz="1575" b="0">
                <a:solidFill>
                  <a:srgbClr val="5C7077"/>
                </a:solidFill>
                <a:latin typeface="Arial"/>
                <a:ea typeface="Arial"/>
                <a:cs typeface="Arial"/>
              </a:defRPr>
            </a:lvl9pPr>
          </a:lstStyle>
          <a:p xmlns:a="http://schemas.openxmlformats.org/drawingml/2006/main">
            <a:pPr algn="l">
              <a:lnSpc>
                <a:spcPct val="102000"/>
              </a:lnSpc>
              <a:buNone/>
              <a:defRPr sz="1575" b="0">
                <a:solidFill>
                  <a:srgbClr val="5C7077"/>
                </a:solidFill>
                <a:latin typeface="Arial"/>
                <a:ea typeface="Arial"/>
                <a:cs typeface="Arial"/>
              </a:defRPr>
            </a:pPr>
            <a:r>
              <a:rPr sz="1575" b="0">
                <a:solidFill>
                  <a:srgbClr val="5C7077"/>
                </a:solidFill>
                <a:latin typeface="Arial"/>
                <a:ea typeface="Arial"/>
                <a:cs typeface="Arial"/>
              </a:rPr>
              <a:t>The Streamlit app uses M1 and asks only its 14 model features.</a:t>
            </a:r>
          </a:p>
        </p:txBody>
      </p:sp>
      <p:sp>
        <p:nvSpPr>
          <p:cNvPr id="4" name="">
            <a:extLst xmlns:a="http://schemas.openxmlformats.org/drawingml/2006/main">
              <a:ext uri="{FF2B5EF4-FFF2-40B4-BE49-F238E27FC236}">
                <a16:creationId xmlns:a16="http://schemas.microsoft.com/office/drawing/2014/main" id="{7332C680-E783-4B1D-ACB6-75876391E8A3}"/>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D1B7A3-5F87-413B-ADE7-9C2A926527F5}"/>
              </a:ext>
            </a:extLst>
          </p:cNvPr>
          <p:cNvSpPr>
            <a:spLocks xmlns:a="http://schemas.openxmlformats.org/drawingml/2006/main" noGrp="1"/>
          </p:cNvSpPr>
          <p:nvPr/>
        </p:nvSpPr>
        <p:spPr>
          <a:xfrm xmlns:a="http://schemas.openxmlformats.org/drawingml/2006/main">
            <a:off x="800100" y="2009775"/>
            <a:ext cx="76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F9A"/>
                </a:solidFill>
                <a:latin typeface="Arial"/>
                <a:ea typeface="Arial"/>
                <a:cs typeface="Arial"/>
              </a:defRPr>
            </a:defPPr>
            <a:lvl1pPr algn="l">
              <a:defRPr sz="3150" b="1">
                <a:solidFill>
                  <a:srgbClr val="009F9A"/>
                </a:solidFill>
                <a:latin typeface="Arial"/>
                <a:ea typeface="Arial"/>
                <a:cs typeface="Arial"/>
              </a:defRPr>
            </a:lvl1pPr>
            <a:lvl2pPr algn="l">
              <a:defRPr sz="3150" b="1">
                <a:solidFill>
                  <a:srgbClr val="009F9A"/>
                </a:solidFill>
                <a:latin typeface="Arial"/>
                <a:ea typeface="Arial"/>
                <a:cs typeface="Arial"/>
              </a:defRPr>
            </a:lvl2pPr>
            <a:lvl3pPr algn="l">
              <a:defRPr sz="3150" b="1">
                <a:solidFill>
                  <a:srgbClr val="009F9A"/>
                </a:solidFill>
                <a:latin typeface="Arial"/>
                <a:ea typeface="Arial"/>
                <a:cs typeface="Arial"/>
              </a:defRPr>
            </a:lvl3pPr>
            <a:lvl4pPr algn="l">
              <a:defRPr sz="3150" b="1">
                <a:solidFill>
                  <a:srgbClr val="009F9A"/>
                </a:solidFill>
                <a:latin typeface="Arial"/>
                <a:ea typeface="Arial"/>
                <a:cs typeface="Arial"/>
              </a:defRPr>
            </a:lvl4pPr>
            <a:lvl5pPr algn="l">
              <a:defRPr sz="3150" b="1">
                <a:solidFill>
                  <a:srgbClr val="009F9A"/>
                </a:solidFill>
                <a:latin typeface="Arial"/>
                <a:ea typeface="Arial"/>
                <a:cs typeface="Arial"/>
              </a:defRPr>
            </a:lvl5pPr>
            <a:lvl6pPr algn="l">
              <a:defRPr sz="3150" b="1">
                <a:solidFill>
                  <a:srgbClr val="009F9A"/>
                </a:solidFill>
                <a:latin typeface="Arial"/>
                <a:ea typeface="Arial"/>
                <a:cs typeface="Arial"/>
              </a:defRPr>
            </a:lvl6pPr>
            <a:lvl7pPr algn="l">
              <a:defRPr sz="3150" b="1">
                <a:solidFill>
                  <a:srgbClr val="009F9A"/>
                </a:solidFill>
                <a:latin typeface="Arial"/>
                <a:ea typeface="Arial"/>
                <a:cs typeface="Arial"/>
              </a:defRPr>
            </a:lvl7pPr>
            <a:lvl8pPr algn="l">
              <a:defRPr sz="3150" b="1">
                <a:solidFill>
                  <a:srgbClr val="009F9A"/>
                </a:solidFill>
                <a:latin typeface="Arial"/>
                <a:ea typeface="Arial"/>
                <a:cs typeface="Arial"/>
              </a:defRPr>
            </a:lvl8pPr>
            <a:lvl9pPr algn="l">
              <a:defRPr sz="3150" b="1">
                <a:solidFill>
                  <a:srgbClr val="009F9A"/>
                </a:solidFill>
                <a:latin typeface="Arial"/>
                <a:ea typeface="Arial"/>
                <a:cs typeface="Arial"/>
              </a:defRPr>
            </a:lvl9pPr>
          </a:lstStyle>
          <a:p xmlns:a="http://schemas.openxmlformats.org/drawingml/2006/main">
            <a:pPr algn="l">
              <a:lnSpc>
                <a:spcPct val="102000"/>
              </a:lnSpc>
              <a:buNone/>
              <a:defRPr sz="3150" b="1">
                <a:solidFill>
                  <a:srgbClr val="009F9A"/>
                </a:solidFill>
                <a:latin typeface="Arial"/>
                <a:ea typeface="Arial"/>
                <a:cs typeface="Arial"/>
              </a:defRPr>
            </a:pPr>
            <a:r>
              <a:rPr sz="3150" b="1">
                <a:solidFill>
                  <a:srgbClr val="009F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224C177-5988-4F44-ABA5-F8266DA36D98}"/>
              </a:ext>
            </a:extLst>
          </p:cNvPr>
          <p:cNvSpPr>
            <a:spLocks xmlns:a="http://schemas.openxmlformats.org/drawingml/2006/main" noGrp="1"/>
          </p:cNvSpPr>
          <p:nvPr/>
        </p:nvSpPr>
        <p:spPr>
          <a:xfrm xmlns:a="http://schemas.openxmlformats.org/drawingml/2006/main">
            <a:off x="800100" y="25622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Answer</a:t>
            </a:r>
          </a:p>
        </p:txBody>
      </p:sp>
      <p:sp>
        <p:nvSpPr>
          <p:cNvPr id="7" name="">
            <a:extLst xmlns:a="http://schemas.openxmlformats.org/drawingml/2006/main">
              <a:ext uri="{FF2B5EF4-FFF2-40B4-BE49-F238E27FC236}">
                <a16:creationId xmlns:a16="http://schemas.microsoft.com/office/drawing/2014/main" id="{D5BE3305-C8D8-440E-B3E9-4A76D6D463F0}"/>
              </a:ext>
            </a:extLst>
          </p:cNvPr>
          <p:cNvSpPr>
            <a:spLocks xmlns:a="http://schemas.openxmlformats.org/drawingml/2006/main" noGrp="1"/>
          </p:cNvSpPr>
          <p:nvPr/>
        </p:nvSpPr>
        <p:spPr>
          <a:xfrm xmlns:a="http://schemas.openxmlformats.org/drawingml/2006/main">
            <a:off x="800100" y="305752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F9A"/>
                </a:solidFill>
                <a:latin typeface="Arial"/>
                <a:ea typeface="Arial"/>
                <a:cs typeface="Arial"/>
              </a:defRPr>
            </a:defPPr>
            <a:lvl1pPr algn="l">
              <a:defRPr sz="1650" b="1">
                <a:solidFill>
                  <a:srgbClr val="009F9A"/>
                </a:solidFill>
                <a:latin typeface="Arial"/>
                <a:ea typeface="Arial"/>
                <a:cs typeface="Arial"/>
              </a:defRPr>
            </a:lvl1pPr>
            <a:lvl2pPr algn="l">
              <a:defRPr sz="1650" b="1">
                <a:solidFill>
                  <a:srgbClr val="009F9A"/>
                </a:solidFill>
                <a:latin typeface="Arial"/>
                <a:ea typeface="Arial"/>
                <a:cs typeface="Arial"/>
              </a:defRPr>
            </a:lvl2pPr>
            <a:lvl3pPr algn="l">
              <a:defRPr sz="1650" b="1">
                <a:solidFill>
                  <a:srgbClr val="009F9A"/>
                </a:solidFill>
                <a:latin typeface="Arial"/>
                <a:ea typeface="Arial"/>
                <a:cs typeface="Arial"/>
              </a:defRPr>
            </a:lvl3pPr>
            <a:lvl4pPr algn="l">
              <a:defRPr sz="1650" b="1">
                <a:solidFill>
                  <a:srgbClr val="009F9A"/>
                </a:solidFill>
                <a:latin typeface="Arial"/>
                <a:ea typeface="Arial"/>
                <a:cs typeface="Arial"/>
              </a:defRPr>
            </a:lvl4pPr>
            <a:lvl5pPr algn="l">
              <a:defRPr sz="1650" b="1">
                <a:solidFill>
                  <a:srgbClr val="009F9A"/>
                </a:solidFill>
                <a:latin typeface="Arial"/>
                <a:ea typeface="Arial"/>
                <a:cs typeface="Arial"/>
              </a:defRPr>
            </a:lvl5pPr>
            <a:lvl6pPr algn="l">
              <a:defRPr sz="1650" b="1">
                <a:solidFill>
                  <a:srgbClr val="009F9A"/>
                </a:solidFill>
                <a:latin typeface="Arial"/>
                <a:ea typeface="Arial"/>
                <a:cs typeface="Arial"/>
              </a:defRPr>
            </a:lvl6pPr>
            <a:lvl7pPr algn="l">
              <a:defRPr sz="1650" b="1">
                <a:solidFill>
                  <a:srgbClr val="009F9A"/>
                </a:solidFill>
                <a:latin typeface="Arial"/>
                <a:ea typeface="Arial"/>
                <a:cs typeface="Arial"/>
              </a:defRPr>
            </a:lvl7pPr>
            <a:lvl8pPr algn="l">
              <a:defRPr sz="1650" b="1">
                <a:solidFill>
                  <a:srgbClr val="009F9A"/>
                </a:solidFill>
                <a:latin typeface="Arial"/>
                <a:ea typeface="Arial"/>
                <a:cs typeface="Arial"/>
              </a:defRPr>
            </a:lvl8pPr>
            <a:lvl9pPr algn="l">
              <a:defRPr sz="1650" b="1">
                <a:solidFill>
                  <a:srgbClr val="009F9A"/>
                </a:solidFill>
                <a:latin typeface="Arial"/>
                <a:ea typeface="Arial"/>
                <a:cs typeface="Arial"/>
              </a:defRPr>
            </a:lvl9pPr>
          </a:lstStyle>
          <a:p xmlns:a="http://schemas.openxmlformats.org/drawingml/2006/main">
            <a:pPr algn="l">
              <a:lnSpc>
                <a:spcPct val="102000"/>
              </a:lnSpc>
              <a:buNone/>
              <a:defRPr sz="1650" b="1">
                <a:solidFill>
                  <a:srgbClr val="009F9A"/>
                </a:solidFill>
                <a:latin typeface="Arial"/>
                <a:ea typeface="Arial"/>
                <a:cs typeface="Arial"/>
              </a:defRPr>
            </a:pPr>
            <a:r>
              <a:rPr sz="1650" b="1">
                <a:solidFill>
                  <a:srgbClr val="009F9A"/>
                </a:solidFill>
                <a:latin typeface="Arial"/>
                <a:ea typeface="Arial"/>
                <a:cs typeface="Arial"/>
              </a:rPr>
              <a:t>14 questions</a:t>
            </a:r>
          </a:p>
        </p:txBody>
      </p:sp>
      <p:sp>
        <p:nvSpPr>
          <p:cNvPr id="8" name="">
            <a:extLst xmlns:a="http://schemas.openxmlformats.org/drawingml/2006/main">
              <a:ext uri="{FF2B5EF4-FFF2-40B4-BE49-F238E27FC236}">
                <a16:creationId xmlns:a16="http://schemas.microsoft.com/office/drawing/2014/main" id="{ABB99E32-7321-432D-9298-DEEEA639B795}"/>
              </a:ext>
            </a:extLst>
          </p:cNvPr>
          <p:cNvSpPr>
            <a:spLocks xmlns:a="http://schemas.openxmlformats.org/drawingml/2006/main" noGrp="1"/>
          </p:cNvSpPr>
          <p:nvPr/>
        </p:nvSpPr>
        <p:spPr>
          <a:xfrm xmlns:a="http://schemas.openxmlformats.org/drawingml/2006/main">
            <a:off x="800100" y="3533775"/>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Health history, age, BMI, general health and income</a:t>
            </a:r>
          </a:p>
        </p:txBody>
      </p:sp>
      <p:sp>
        <p:nvSpPr>
          <p:cNvPr id="9" name="">
            <a:extLst xmlns:a="http://schemas.openxmlformats.org/drawingml/2006/main">
              <a:ext uri="{FF2B5EF4-FFF2-40B4-BE49-F238E27FC236}">
                <a16:creationId xmlns:a16="http://schemas.microsoft.com/office/drawing/2014/main" id="{3CE29291-83A2-4C21-A0D2-45A21005C822}"/>
              </a:ext>
            </a:extLst>
          </p:cNvPr>
          <p:cNvSpPr>
            <a:spLocks xmlns:a="http://schemas.openxmlformats.org/drawingml/2006/main" noGrp="1"/>
          </p:cNvSpPr>
          <p:nvPr/>
        </p:nvSpPr>
        <p:spPr>
          <a:xfrm xmlns:a="http://schemas.openxmlformats.org/drawingml/2006/main">
            <a:off x="4067175" y="2095500"/>
            <a:ext cx="19050" cy="208597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EDA6C1-226A-4659-8CE2-9A9A9B57EBED}"/>
              </a:ext>
            </a:extLst>
          </p:cNvPr>
          <p:cNvSpPr>
            <a:spLocks xmlns:a="http://schemas.openxmlformats.org/drawingml/2006/main" noGrp="1"/>
          </p:cNvSpPr>
          <p:nvPr/>
        </p:nvSpPr>
        <p:spPr>
          <a:xfrm xmlns:a="http://schemas.openxmlformats.org/drawingml/2006/main">
            <a:off x="4514850" y="2009775"/>
            <a:ext cx="76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F9A"/>
                </a:solidFill>
                <a:latin typeface="Arial"/>
                <a:ea typeface="Arial"/>
                <a:cs typeface="Arial"/>
              </a:defRPr>
            </a:defPPr>
            <a:lvl1pPr algn="l">
              <a:defRPr sz="3150" b="1">
                <a:solidFill>
                  <a:srgbClr val="009F9A"/>
                </a:solidFill>
                <a:latin typeface="Arial"/>
                <a:ea typeface="Arial"/>
                <a:cs typeface="Arial"/>
              </a:defRPr>
            </a:lvl1pPr>
            <a:lvl2pPr algn="l">
              <a:defRPr sz="3150" b="1">
                <a:solidFill>
                  <a:srgbClr val="009F9A"/>
                </a:solidFill>
                <a:latin typeface="Arial"/>
                <a:ea typeface="Arial"/>
                <a:cs typeface="Arial"/>
              </a:defRPr>
            </a:lvl2pPr>
            <a:lvl3pPr algn="l">
              <a:defRPr sz="3150" b="1">
                <a:solidFill>
                  <a:srgbClr val="009F9A"/>
                </a:solidFill>
                <a:latin typeface="Arial"/>
                <a:ea typeface="Arial"/>
                <a:cs typeface="Arial"/>
              </a:defRPr>
            </a:lvl3pPr>
            <a:lvl4pPr algn="l">
              <a:defRPr sz="3150" b="1">
                <a:solidFill>
                  <a:srgbClr val="009F9A"/>
                </a:solidFill>
                <a:latin typeface="Arial"/>
                <a:ea typeface="Arial"/>
                <a:cs typeface="Arial"/>
              </a:defRPr>
            </a:lvl4pPr>
            <a:lvl5pPr algn="l">
              <a:defRPr sz="3150" b="1">
                <a:solidFill>
                  <a:srgbClr val="009F9A"/>
                </a:solidFill>
                <a:latin typeface="Arial"/>
                <a:ea typeface="Arial"/>
                <a:cs typeface="Arial"/>
              </a:defRPr>
            </a:lvl5pPr>
            <a:lvl6pPr algn="l">
              <a:defRPr sz="3150" b="1">
                <a:solidFill>
                  <a:srgbClr val="009F9A"/>
                </a:solidFill>
                <a:latin typeface="Arial"/>
                <a:ea typeface="Arial"/>
                <a:cs typeface="Arial"/>
              </a:defRPr>
            </a:lvl6pPr>
            <a:lvl7pPr algn="l">
              <a:defRPr sz="3150" b="1">
                <a:solidFill>
                  <a:srgbClr val="009F9A"/>
                </a:solidFill>
                <a:latin typeface="Arial"/>
                <a:ea typeface="Arial"/>
                <a:cs typeface="Arial"/>
              </a:defRPr>
            </a:lvl7pPr>
            <a:lvl8pPr algn="l">
              <a:defRPr sz="3150" b="1">
                <a:solidFill>
                  <a:srgbClr val="009F9A"/>
                </a:solidFill>
                <a:latin typeface="Arial"/>
                <a:ea typeface="Arial"/>
                <a:cs typeface="Arial"/>
              </a:defRPr>
            </a:lvl8pPr>
            <a:lvl9pPr algn="l">
              <a:defRPr sz="3150" b="1">
                <a:solidFill>
                  <a:srgbClr val="009F9A"/>
                </a:solidFill>
                <a:latin typeface="Arial"/>
                <a:ea typeface="Arial"/>
                <a:cs typeface="Arial"/>
              </a:defRPr>
            </a:lvl9pPr>
          </a:lstStyle>
          <a:p xmlns:a="http://schemas.openxmlformats.org/drawingml/2006/main">
            <a:pPr algn="l">
              <a:lnSpc>
                <a:spcPct val="102000"/>
              </a:lnSpc>
              <a:buNone/>
              <a:defRPr sz="3150" b="1">
                <a:solidFill>
                  <a:srgbClr val="009F9A"/>
                </a:solidFill>
                <a:latin typeface="Arial"/>
                <a:ea typeface="Arial"/>
                <a:cs typeface="Arial"/>
              </a:defRPr>
            </a:pPr>
            <a:r>
              <a:rPr sz="3150" b="1">
                <a:solidFill>
                  <a:srgbClr val="009F9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A3372A0-1914-4647-933B-8A48570DA989}"/>
              </a:ext>
            </a:extLst>
          </p:cNvPr>
          <p:cNvSpPr>
            <a:spLocks xmlns:a="http://schemas.openxmlformats.org/drawingml/2006/main" noGrp="1"/>
          </p:cNvSpPr>
          <p:nvPr/>
        </p:nvSpPr>
        <p:spPr>
          <a:xfrm xmlns:a="http://schemas.openxmlformats.org/drawingml/2006/main">
            <a:off x="4514850" y="25622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Screen</a:t>
            </a:r>
          </a:p>
        </p:txBody>
      </p:sp>
      <p:sp>
        <p:nvSpPr>
          <p:cNvPr id="12" name="">
            <a:extLst xmlns:a="http://schemas.openxmlformats.org/drawingml/2006/main">
              <a:ext uri="{FF2B5EF4-FFF2-40B4-BE49-F238E27FC236}">
                <a16:creationId xmlns:a16="http://schemas.microsoft.com/office/drawing/2014/main" id="{B15E07F7-8C24-45F9-BD2E-25A591BD26AD}"/>
              </a:ext>
            </a:extLst>
          </p:cNvPr>
          <p:cNvSpPr>
            <a:spLocks xmlns:a="http://schemas.openxmlformats.org/drawingml/2006/main" noGrp="1"/>
          </p:cNvSpPr>
          <p:nvPr/>
        </p:nvSpPr>
        <p:spPr>
          <a:xfrm xmlns:a="http://schemas.openxmlformats.org/drawingml/2006/main">
            <a:off x="4514850" y="305752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F9A"/>
                </a:solidFill>
                <a:latin typeface="Arial"/>
                <a:ea typeface="Arial"/>
                <a:cs typeface="Arial"/>
              </a:defRPr>
            </a:defPPr>
            <a:lvl1pPr algn="l">
              <a:defRPr sz="1650" b="1">
                <a:solidFill>
                  <a:srgbClr val="009F9A"/>
                </a:solidFill>
                <a:latin typeface="Arial"/>
                <a:ea typeface="Arial"/>
                <a:cs typeface="Arial"/>
              </a:defRPr>
            </a:lvl1pPr>
            <a:lvl2pPr algn="l">
              <a:defRPr sz="1650" b="1">
                <a:solidFill>
                  <a:srgbClr val="009F9A"/>
                </a:solidFill>
                <a:latin typeface="Arial"/>
                <a:ea typeface="Arial"/>
                <a:cs typeface="Arial"/>
              </a:defRPr>
            </a:lvl2pPr>
            <a:lvl3pPr algn="l">
              <a:defRPr sz="1650" b="1">
                <a:solidFill>
                  <a:srgbClr val="009F9A"/>
                </a:solidFill>
                <a:latin typeface="Arial"/>
                <a:ea typeface="Arial"/>
                <a:cs typeface="Arial"/>
              </a:defRPr>
            </a:lvl3pPr>
            <a:lvl4pPr algn="l">
              <a:defRPr sz="1650" b="1">
                <a:solidFill>
                  <a:srgbClr val="009F9A"/>
                </a:solidFill>
                <a:latin typeface="Arial"/>
                <a:ea typeface="Arial"/>
                <a:cs typeface="Arial"/>
              </a:defRPr>
            </a:lvl4pPr>
            <a:lvl5pPr algn="l">
              <a:defRPr sz="1650" b="1">
                <a:solidFill>
                  <a:srgbClr val="009F9A"/>
                </a:solidFill>
                <a:latin typeface="Arial"/>
                <a:ea typeface="Arial"/>
                <a:cs typeface="Arial"/>
              </a:defRPr>
            </a:lvl5pPr>
            <a:lvl6pPr algn="l">
              <a:defRPr sz="1650" b="1">
                <a:solidFill>
                  <a:srgbClr val="009F9A"/>
                </a:solidFill>
                <a:latin typeface="Arial"/>
                <a:ea typeface="Arial"/>
                <a:cs typeface="Arial"/>
              </a:defRPr>
            </a:lvl6pPr>
            <a:lvl7pPr algn="l">
              <a:defRPr sz="1650" b="1">
                <a:solidFill>
                  <a:srgbClr val="009F9A"/>
                </a:solidFill>
                <a:latin typeface="Arial"/>
                <a:ea typeface="Arial"/>
                <a:cs typeface="Arial"/>
              </a:defRPr>
            </a:lvl7pPr>
            <a:lvl8pPr algn="l">
              <a:defRPr sz="1650" b="1">
                <a:solidFill>
                  <a:srgbClr val="009F9A"/>
                </a:solidFill>
                <a:latin typeface="Arial"/>
                <a:ea typeface="Arial"/>
                <a:cs typeface="Arial"/>
              </a:defRPr>
            </a:lvl8pPr>
            <a:lvl9pPr algn="l">
              <a:defRPr sz="1650" b="1">
                <a:solidFill>
                  <a:srgbClr val="009F9A"/>
                </a:solidFill>
                <a:latin typeface="Arial"/>
                <a:ea typeface="Arial"/>
                <a:cs typeface="Arial"/>
              </a:defRPr>
            </a:lvl9pPr>
          </a:lstStyle>
          <a:p xmlns:a="http://schemas.openxmlformats.org/drawingml/2006/main">
            <a:pPr algn="l">
              <a:lnSpc>
                <a:spcPct val="102000"/>
              </a:lnSpc>
              <a:buNone/>
              <a:defRPr sz="1650" b="1">
                <a:solidFill>
                  <a:srgbClr val="009F9A"/>
                </a:solidFill>
                <a:latin typeface="Arial"/>
                <a:ea typeface="Arial"/>
                <a:cs typeface="Arial"/>
              </a:defRPr>
            </a:pPr>
            <a:r>
              <a:rPr sz="1650" b="1">
                <a:solidFill>
                  <a:srgbClr val="009F9A"/>
                </a:solidFill>
                <a:latin typeface="Arial"/>
                <a:ea typeface="Arial"/>
                <a:cs typeface="Arial"/>
              </a:rPr>
              <a:t>Score vs. threshold</a:t>
            </a:r>
          </a:p>
        </p:txBody>
      </p:sp>
      <p:sp>
        <p:nvSpPr>
          <p:cNvPr id="13" name="">
            <a:extLst xmlns:a="http://schemas.openxmlformats.org/drawingml/2006/main">
              <a:ext uri="{FF2B5EF4-FFF2-40B4-BE49-F238E27FC236}">
                <a16:creationId xmlns:a16="http://schemas.microsoft.com/office/drawing/2014/main" id="{0BEB21B2-59CD-4ECF-8890-4FC979107E27}"/>
              </a:ext>
            </a:extLst>
          </p:cNvPr>
          <p:cNvSpPr>
            <a:spLocks xmlns:a="http://schemas.openxmlformats.org/drawingml/2006/main" noGrp="1"/>
          </p:cNvSpPr>
          <p:nvPr/>
        </p:nvSpPr>
        <p:spPr>
          <a:xfrm xmlns:a="http://schemas.openxmlformats.org/drawingml/2006/main">
            <a:off x="4514850" y="3533775"/>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Combined answer pattern, not a single decisive response</a:t>
            </a:r>
          </a:p>
        </p:txBody>
      </p:sp>
      <p:sp>
        <p:nvSpPr>
          <p:cNvPr id="14" name="">
            <a:extLst xmlns:a="http://schemas.openxmlformats.org/drawingml/2006/main">
              <a:ext uri="{FF2B5EF4-FFF2-40B4-BE49-F238E27FC236}">
                <a16:creationId xmlns:a16="http://schemas.microsoft.com/office/drawing/2014/main" id="{52388C61-BF72-4813-B211-8EC1C70B1D06}"/>
              </a:ext>
            </a:extLst>
          </p:cNvPr>
          <p:cNvSpPr>
            <a:spLocks xmlns:a="http://schemas.openxmlformats.org/drawingml/2006/main" noGrp="1"/>
          </p:cNvSpPr>
          <p:nvPr/>
        </p:nvSpPr>
        <p:spPr>
          <a:xfrm xmlns:a="http://schemas.openxmlformats.org/drawingml/2006/main">
            <a:off x="7781925" y="2095500"/>
            <a:ext cx="19050" cy="2085975"/>
          </a:xfrm>
          <a:prstGeom xmlns:a="http://schemas.openxmlformats.org/drawingml/2006/main" prst="rect">
            <a:avLst/>
          </a:prstGeom>
          <a:solidFill xmlns:a="http://schemas.openxmlformats.org/drawingml/2006/main">
            <a:srgbClr val="E4E8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5123951-8674-49EF-A680-3BC281DF1DE3}"/>
              </a:ext>
            </a:extLst>
          </p:cNvPr>
          <p:cNvSpPr>
            <a:spLocks xmlns:a="http://schemas.openxmlformats.org/drawingml/2006/main" noGrp="1"/>
          </p:cNvSpPr>
          <p:nvPr/>
        </p:nvSpPr>
        <p:spPr>
          <a:xfrm xmlns:a="http://schemas.openxmlformats.org/drawingml/2006/main">
            <a:off x="8229600" y="2009775"/>
            <a:ext cx="76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E36D5F"/>
                </a:solidFill>
                <a:latin typeface="Arial"/>
                <a:ea typeface="Arial"/>
                <a:cs typeface="Arial"/>
              </a:defRPr>
            </a:defPPr>
            <a:lvl1pPr algn="l">
              <a:defRPr sz="3150" b="1">
                <a:solidFill>
                  <a:srgbClr val="E36D5F"/>
                </a:solidFill>
                <a:latin typeface="Arial"/>
                <a:ea typeface="Arial"/>
                <a:cs typeface="Arial"/>
              </a:defRPr>
            </a:lvl1pPr>
            <a:lvl2pPr algn="l">
              <a:defRPr sz="3150" b="1">
                <a:solidFill>
                  <a:srgbClr val="E36D5F"/>
                </a:solidFill>
                <a:latin typeface="Arial"/>
                <a:ea typeface="Arial"/>
                <a:cs typeface="Arial"/>
              </a:defRPr>
            </a:lvl2pPr>
            <a:lvl3pPr algn="l">
              <a:defRPr sz="3150" b="1">
                <a:solidFill>
                  <a:srgbClr val="E36D5F"/>
                </a:solidFill>
                <a:latin typeface="Arial"/>
                <a:ea typeface="Arial"/>
                <a:cs typeface="Arial"/>
              </a:defRPr>
            </a:lvl3pPr>
            <a:lvl4pPr algn="l">
              <a:defRPr sz="3150" b="1">
                <a:solidFill>
                  <a:srgbClr val="E36D5F"/>
                </a:solidFill>
                <a:latin typeface="Arial"/>
                <a:ea typeface="Arial"/>
                <a:cs typeface="Arial"/>
              </a:defRPr>
            </a:lvl4pPr>
            <a:lvl5pPr algn="l">
              <a:defRPr sz="3150" b="1">
                <a:solidFill>
                  <a:srgbClr val="E36D5F"/>
                </a:solidFill>
                <a:latin typeface="Arial"/>
                <a:ea typeface="Arial"/>
                <a:cs typeface="Arial"/>
              </a:defRPr>
            </a:lvl5pPr>
            <a:lvl6pPr algn="l">
              <a:defRPr sz="3150" b="1">
                <a:solidFill>
                  <a:srgbClr val="E36D5F"/>
                </a:solidFill>
                <a:latin typeface="Arial"/>
                <a:ea typeface="Arial"/>
                <a:cs typeface="Arial"/>
              </a:defRPr>
            </a:lvl6pPr>
            <a:lvl7pPr algn="l">
              <a:defRPr sz="3150" b="1">
                <a:solidFill>
                  <a:srgbClr val="E36D5F"/>
                </a:solidFill>
                <a:latin typeface="Arial"/>
                <a:ea typeface="Arial"/>
                <a:cs typeface="Arial"/>
              </a:defRPr>
            </a:lvl7pPr>
            <a:lvl8pPr algn="l">
              <a:defRPr sz="3150" b="1">
                <a:solidFill>
                  <a:srgbClr val="E36D5F"/>
                </a:solidFill>
                <a:latin typeface="Arial"/>
                <a:ea typeface="Arial"/>
                <a:cs typeface="Arial"/>
              </a:defRPr>
            </a:lvl8pPr>
            <a:lvl9pPr algn="l">
              <a:defRPr sz="3150" b="1">
                <a:solidFill>
                  <a:srgbClr val="E36D5F"/>
                </a:solidFill>
                <a:latin typeface="Arial"/>
                <a:ea typeface="Arial"/>
                <a:cs typeface="Arial"/>
              </a:defRPr>
            </a:lvl9pPr>
          </a:lstStyle>
          <a:p xmlns:a="http://schemas.openxmlformats.org/drawingml/2006/main">
            <a:pPr algn="l">
              <a:lnSpc>
                <a:spcPct val="102000"/>
              </a:lnSpc>
              <a:buNone/>
              <a:defRPr sz="3150" b="1">
                <a:solidFill>
                  <a:srgbClr val="E36D5F"/>
                </a:solidFill>
                <a:latin typeface="Arial"/>
                <a:ea typeface="Arial"/>
                <a:cs typeface="Arial"/>
              </a:defRPr>
            </a:pPr>
            <a:r>
              <a:rPr sz="3150" b="1">
                <a:solidFill>
                  <a:srgbClr val="E36D5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1E629D3-1258-443E-B11E-8D86CAD42390}"/>
              </a:ext>
            </a:extLst>
          </p:cNvPr>
          <p:cNvSpPr>
            <a:spLocks xmlns:a="http://schemas.openxmlformats.org/drawingml/2006/main" noGrp="1"/>
          </p:cNvSpPr>
          <p:nvPr/>
        </p:nvSpPr>
        <p:spPr>
          <a:xfrm xmlns:a="http://schemas.openxmlformats.org/drawingml/2006/main">
            <a:off x="8229600" y="25622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313A"/>
                </a:solidFill>
                <a:latin typeface="Arial"/>
                <a:ea typeface="Arial"/>
                <a:cs typeface="Arial"/>
              </a:defRPr>
            </a:defPPr>
            <a:lvl1pPr algn="l">
              <a:defRPr sz="2250" b="1">
                <a:solidFill>
                  <a:srgbClr val="15313A"/>
                </a:solidFill>
                <a:latin typeface="Arial"/>
                <a:ea typeface="Arial"/>
                <a:cs typeface="Arial"/>
              </a:defRPr>
            </a:lvl1pPr>
            <a:lvl2pPr algn="l">
              <a:defRPr sz="2250" b="1">
                <a:solidFill>
                  <a:srgbClr val="15313A"/>
                </a:solidFill>
                <a:latin typeface="Arial"/>
                <a:ea typeface="Arial"/>
                <a:cs typeface="Arial"/>
              </a:defRPr>
            </a:lvl2pPr>
            <a:lvl3pPr algn="l">
              <a:defRPr sz="2250" b="1">
                <a:solidFill>
                  <a:srgbClr val="15313A"/>
                </a:solidFill>
                <a:latin typeface="Arial"/>
                <a:ea typeface="Arial"/>
                <a:cs typeface="Arial"/>
              </a:defRPr>
            </a:lvl3pPr>
            <a:lvl4pPr algn="l">
              <a:defRPr sz="2250" b="1">
                <a:solidFill>
                  <a:srgbClr val="15313A"/>
                </a:solidFill>
                <a:latin typeface="Arial"/>
                <a:ea typeface="Arial"/>
                <a:cs typeface="Arial"/>
              </a:defRPr>
            </a:lvl4pPr>
            <a:lvl5pPr algn="l">
              <a:defRPr sz="2250" b="1">
                <a:solidFill>
                  <a:srgbClr val="15313A"/>
                </a:solidFill>
                <a:latin typeface="Arial"/>
                <a:ea typeface="Arial"/>
                <a:cs typeface="Arial"/>
              </a:defRPr>
            </a:lvl5pPr>
            <a:lvl6pPr algn="l">
              <a:defRPr sz="2250" b="1">
                <a:solidFill>
                  <a:srgbClr val="15313A"/>
                </a:solidFill>
                <a:latin typeface="Arial"/>
                <a:ea typeface="Arial"/>
                <a:cs typeface="Arial"/>
              </a:defRPr>
            </a:lvl6pPr>
            <a:lvl7pPr algn="l">
              <a:defRPr sz="2250" b="1">
                <a:solidFill>
                  <a:srgbClr val="15313A"/>
                </a:solidFill>
                <a:latin typeface="Arial"/>
                <a:ea typeface="Arial"/>
                <a:cs typeface="Arial"/>
              </a:defRPr>
            </a:lvl7pPr>
            <a:lvl8pPr algn="l">
              <a:defRPr sz="2250" b="1">
                <a:solidFill>
                  <a:srgbClr val="15313A"/>
                </a:solidFill>
                <a:latin typeface="Arial"/>
                <a:ea typeface="Arial"/>
                <a:cs typeface="Arial"/>
              </a:defRPr>
            </a:lvl8pPr>
            <a:lvl9pPr algn="l">
              <a:defRPr sz="2250" b="1">
                <a:solidFill>
                  <a:srgbClr val="15313A"/>
                </a:solidFill>
                <a:latin typeface="Arial"/>
                <a:ea typeface="Arial"/>
                <a:cs typeface="Arial"/>
              </a:defRPr>
            </a:lvl9pPr>
          </a:lstStyle>
          <a:p xmlns:a="http://schemas.openxmlformats.org/drawingml/2006/main">
            <a:pPr algn="l">
              <a:lnSpc>
                <a:spcPct val="102000"/>
              </a:lnSpc>
              <a:buNone/>
              <a:defRPr sz="2250" b="1">
                <a:solidFill>
                  <a:srgbClr val="15313A"/>
                </a:solidFill>
                <a:latin typeface="Arial"/>
                <a:ea typeface="Arial"/>
                <a:cs typeface="Arial"/>
              </a:defRPr>
            </a:pPr>
            <a:r>
              <a:rPr sz="2250" b="1">
                <a:solidFill>
                  <a:srgbClr val="15313A"/>
                </a:solidFill>
                <a:latin typeface="Arial"/>
                <a:ea typeface="Arial"/>
                <a:cs typeface="Arial"/>
              </a:rPr>
              <a:t>Respond</a:t>
            </a:r>
          </a:p>
        </p:txBody>
      </p:sp>
      <p:sp>
        <p:nvSpPr>
          <p:cNvPr id="17" name="">
            <a:extLst xmlns:a="http://schemas.openxmlformats.org/drawingml/2006/main">
              <a:ext uri="{FF2B5EF4-FFF2-40B4-BE49-F238E27FC236}">
                <a16:creationId xmlns:a16="http://schemas.microsoft.com/office/drawing/2014/main" id="{0E899377-60C2-4536-937E-C8408B854D59}"/>
              </a:ext>
            </a:extLst>
          </p:cNvPr>
          <p:cNvSpPr>
            <a:spLocks xmlns:a="http://schemas.openxmlformats.org/drawingml/2006/main" noGrp="1"/>
          </p:cNvSpPr>
          <p:nvPr/>
        </p:nvSpPr>
        <p:spPr>
          <a:xfrm xmlns:a="http://schemas.openxmlformats.org/drawingml/2006/main">
            <a:off x="8229600" y="305752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F9A"/>
                </a:solidFill>
                <a:latin typeface="Arial"/>
                <a:ea typeface="Arial"/>
                <a:cs typeface="Arial"/>
              </a:defRPr>
            </a:defPPr>
            <a:lvl1pPr algn="l">
              <a:defRPr sz="1650" b="1">
                <a:solidFill>
                  <a:srgbClr val="009F9A"/>
                </a:solidFill>
                <a:latin typeface="Arial"/>
                <a:ea typeface="Arial"/>
                <a:cs typeface="Arial"/>
              </a:defRPr>
            </a:lvl1pPr>
            <a:lvl2pPr algn="l">
              <a:defRPr sz="1650" b="1">
                <a:solidFill>
                  <a:srgbClr val="009F9A"/>
                </a:solidFill>
                <a:latin typeface="Arial"/>
                <a:ea typeface="Arial"/>
                <a:cs typeface="Arial"/>
              </a:defRPr>
            </a:lvl2pPr>
            <a:lvl3pPr algn="l">
              <a:defRPr sz="1650" b="1">
                <a:solidFill>
                  <a:srgbClr val="009F9A"/>
                </a:solidFill>
                <a:latin typeface="Arial"/>
                <a:ea typeface="Arial"/>
                <a:cs typeface="Arial"/>
              </a:defRPr>
            </a:lvl3pPr>
            <a:lvl4pPr algn="l">
              <a:defRPr sz="1650" b="1">
                <a:solidFill>
                  <a:srgbClr val="009F9A"/>
                </a:solidFill>
                <a:latin typeface="Arial"/>
                <a:ea typeface="Arial"/>
                <a:cs typeface="Arial"/>
              </a:defRPr>
            </a:lvl4pPr>
            <a:lvl5pPr algn="l">
              <a:defRPr sz="1650" b="1">
                <a:solidFill>
                  <a:srgbClr val="009F9A"/>
                </a:solidFill>
                <a:latin typeface="Arial"/>
                <a:ea typeface="Arial"/>
                <a:cs typeface="Arial"/>
              </a:defRPr>
            </a:lvl5pPr>
            <a:lvl6pPr algn="l">
              <a:defRPr sz="1650" b="1">
                <a:solidFill>
                  <a:srgbClr val="009F9A"/>
                </a:solidFill>
                <a:latin typeface="Arial"/>
                <a:ea typeface="Arial"/>
                <a:cs typeface="Arial"/>
              </a:defRPr>
            </a:lvl6pPr>
            <a:lvl7pPr algn="l">
              <a:defRPr sz="1650" b="1">
                <a:solidFill>
                  <a:srgbClr val="009F9A"/>
                </a:solidFill>
                <a:latin typeface="Arial"/>
                <a:ea typeface="Arial"/>
                <a:cs typeface="Arial"/>
              </a:defRPr>
            </a:lvl7pPr>
            <a:lvl8pPr algn="l">
              <a:defRPr sz="1650" b="1">
                <a:solidFill>
                  <a:srgbClr val="009F9A"/>
                </a:solidFill>
                <a:latin typeface="Arial"/>
                <a:ea typeface="Arial"/>
                <a:cs typeface="Arial"/>
              </a:defRPr>
            </a:lvl8pPr>
            <a:lvl9pPr algn="l">
              <a:defRPr sz="1650" b="1">
                <a:solidFill>
                  <a:srgbClr val="009F9A"/>
                </a:solidFill>
                <a:latin typeface="Arial"/>
                <a:ea typeface="Arial"/>
                <a:cs typeface="Arial"/>
              </a:defRPr>
            </a:lvl9pPr>
          </a:lstStyle>
          <a:p xmlns:a="http://schemas.openxmlformats.org/drawingml/2006/main">
            <a:pPr algn="l">
              <a:lnSpc>
                <a:spcPct val="102000"/>
              </a:lnSpc>
              <a:buNone/>
              <a:defRPr sz="1650" b="1">
                <a:solidFill>
                  <a:srgbClr val="009F9A"/>
                </a:solidFill>
                <a:latin typeface="Arial"/>
                <a:ea typeface="Arial"/>
                <a:cs typeface="Arial"/>
              </a:defRPr>
            </a:pPr>
            <a:r>
              <a:rPr sz="1650" b="1">
                <a:solidFill>
                  <a:srgbClr val="009F9A"/>
                </a:solidFill>
                <a:latin typeface="Arial"/>
                <a:ea typeface="Arial"/>
                <a:cs typeface="Arial"/>
              </a:rPr>
              <a:t>Two outcomes</a:t>
            </a:r>
          </a:p>
        </p:txBody>
      </p:sp>
      <p:sp>
        <p:nvSpPr>
          <p:cNvPr id="18" name="">
            <a:extLst xmlns:a="http://schemas.openxmlformats.org/drawingml/2006/main">
              <a:ext uri="{FF2B5EF4-FFF2-40B4-BE49-F238E27FC236}">
                <a16:creationId xmlns:a16="http://schemas.microsoft.com/office/drawing/2014/main" id="{459BC4F6-B6C9-44B3-8E5F-8E257964A210}"/>
              </a:ext>
            </a:extLst>
          </p:cNvPr>
          <p:cNvSpPr>
            <a:spLocks xmlns:a="http://schemas.openxmlformats.org/drawingml/2006/main" noGrp="1"/>
          </p:cNvSpPr>
          <p:nvPr/>
        </p:nvSpPr>
        <p:spPr>
          <a:xfrm xmlns:a="http://schemas.openxmlformats.org/drawingml/2006/main">
            <a:off x="8229600" y="3533775"/>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C7077"/>
                </a:solidFill>
                <a:latin typeface="Arial"/>
                <a:ea typeface="Arial"/>
                <a:cs typeface="Arial"/>
              </a:defRPr>
            </a:defPPr>
            <a:lvl1pPr algn="l">
              <a:defRPr sz="1500" b="0">
                <a:solidFill>
                  <a:srgbClr val="5C7077"/>
                </a:solidFill>
                <a:latin typeface="Arial"/>
                <a:ea typeface="Arial"/>
                <a:cs typeface="Arial"/>
              </a:defRPr>
            </a:lvl1pPr>
            <a:lvl2pPr algn="l">
              <a:defRPr sz="1500" b="0">
                <a:solidFill>
                  <a:srgbClr val="5C7077"/>
                </a:solidFill>
                <a:latin typeface="Arial"/>
                <a:ea typeface="Arial"/>
                <a:cs typeface="Arial"/>
              </a:defRPr>
            </a:lvl2pPr>
            <a:lvl3pPr algn="l">
              <a:defRPr sz="1500" b="0">
                <a:solidFill>
                  <a:srgbClr val="5C7077"/>
                </a:solidFill>
                <a:latin typeface="Arial"/>
                <a:ea typeface="Arial"/>
                <a:cs typeface="Arial"/>
              </a:defRPr>
            </a:lvl3pPr>
            <a:lvl4pPr algn="l">
              <a:defRPr sz="1500" b="0">
                <a:solidFill>
                  <a:srgbClr val="5C7077"/>
                </a:solidFill>
                <a:latin typeface="Arial"/>
                <a:ea typeface="Arial"/>
                <a:cs typeface="Arial"/>
              </a:defRPr>
            </a:lvl4pPr>
            <a:lvl5pPr algn="l">
              <a:defRPr sz="1500" b="0">
                <a:solidFill>
                  <a:srgbClr val="5C7077"/>
                </a:solidFill>
                <a:latin typeface="Arial"/>
                <a:ea typeface="Arial"/>
                <a:cs typeface="Arial"/>
              </a:defRPr>
            </a:lvl5pPr>
            <a:lvl6pPr algn="l">
              <a:defRPr sz="1500" b="0">
                <a:solidFill>
                  <a:srgbClr val="5C7077"/>
                </a:solidFill>
                <a:latin typeface="Arial"/>
                <a:ea typeface="Arial"/>
                <a:cs typeface="Arial"/>
              </a:defRPr>
            </a:lvl6pPr>
            <a:lvl7pPr algn="l">
              <a:defRPr sz="1500" b="0">
                <a:solidFill>
                  <a:srgbClr val="5C7077"/>
                </a:solidFill>
                <a:latin typeface="Arial"/>
                <a:ea typeface="Arial"/>
                <a:cs typeface="Arial"/>
              </a:defRPr>
            </a:lvl7pPr>
            <a:lvl8pPr algn="l">
              <a:defRPr sz="1500" b="0">
                <a:solidFill>
                  <a:srgbClr val="5C7077"/>
                </a:solidFill>
                <a:latin typeface="Arial"/>
                <a:ea typeface="Arial"/>
                <a:cs typeface="Arial"/>
              </a:defRPr>
            </a:lvl8pPr>
            <a:lvl9pPr algn="l">
              <a:defRPr sz="1500" b="0">
                <a:solidFill>
                  <a:srgbClr val="5C7077"/>
                </a:solidFill>
                <a:latin typeface="Arial"/>
                <a:ea typeface="Arial"/>
                <a:cs typeface="Arial"/>
              </a:defRPr>
            </a:lvl9pPr>
          </a:lstStyle>
          <a:p xmlns:a="http://schemas.openxmlformats.org/drawingml/2006/main">
            <a:pPr algn="l">
              <a:lnSpc>
                <a:spcPct val="102000"/>
              </a:lnSpc>
              <a:buNone/>
              <a:defRPr sz="1500" b="0">
                <a:solidFill>
                  <a:srgbClr val="5C7077"/>
                </a:solidFill>
                <a:latin typeface="Arial"/>
                <a:ea typeface="Arial"/>
                <a:cs typeface="Arial"/>
              </a:defRPr>
            </a:pPr>
            <a:r>
              <a:rPr sz="1500" b="0">
                <a:solidFill>
                  <a:srgbClr val="5C7077"/>
                </a:solidFill>
                <a:latin typeface="Arial"/>
                <a:ea typeface="Arial"/>
                <a:cs typeface="Arial"/>
              </a:rPr>
              <a:t>No elevated flag · or consider discussing a test</a:t>
            </a:r>
          </a:p>
        </p:txBody>
      </p:sp>
      <p:sp>
        <p:nvSpPr>
          <p:cNvPr id="19" name="">
            <a:extLst xmlns:a="http://schemas.openxmlformats.org/drawingml/2006/main">
              <a:ext uri="{FF2B5EF4-FFF2-40B4-BE49-F238E27FC236}">
                <a16:creationId xmlns:a16="http://schemas.microsoft.com/office/drawing/2014/main" id="{945CD4CF-3EC0-43B9-AE4D-776EB8737118}"/>
              </a:ext>
            </a:extLst>
          </p:cNvPr>
          <p:cNvSpPr>
            <a:spLocks xmlns:a="http://schemas.openxmlformats.org/drawingml/2006/main" noGrp="1"/>
          </p:cNvSpPr>
          <p:nvPr/>
        </p:nvSpPr>
        <p:spPr>
          <a:xfrm xmlns:a="http://schemas.openxmlformats.org/drawingml/2006/main">
            <a:off x="762000" y="4648200"/>
            <a:ext cx="10687050" cy="1143000"/>
          </a:xfrm>
          <a:prstGeom xmlns:a="http://schemas.openxmlformats.org/drawingml/2006/main" prst="rect">
            <a:avLst/>
          </a:prstGeom>
          <a:solidFill xmlns:a="http://schemas.openxmlformats.org/drawingml/2006/main">
            <a:srgbClr val="0B273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FBDA84-E6BC-4440-A5CA-82C3ADE6D460}"/>
              </a:ext>
            </a:extLst>
          </p:cNvPr>
          <p:cNvSpPr>
            <a:spLocks xmlns:a="http://schemas.openxmlformats.org/drawingml/2006/main" noGrp="1"/>
          </p:cNvSpPr>
          <p:nvPr/>
        </p:nvSpPr>
        <p:spPr>
          <a:xfrm xmlns:a="http://schemas.openxmlformats.org/drawingml/2006/main">
            <a:off x="971550" y="48387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0C25B"/>
                </a:solidFill>
                <a:latin typeface="Arial"/>
                <a:ea typeface="Arial"/>
                <a:cs typeface="Arial"/>
              </a:defRPr>
            </a:defPPr>
            <a:lvl1pPr algn="l">
              <a:defRPr sz="1125" b="1">
                <a:solidFill>
                  <a:srgbClr val="F0C25B"/>
                </a:solidFill>
                <a:latin typeface="Arial"/>
                <a:ea typeface="Arial"/>
                <a:cs typeface="Arial"/>
              </a:defRPr>
            </a:lvl1pPr>
            <a:lvl2pPr algn="l">
              <a:defRPr sz="1125" b="1">
                <a:solidFill>
                  <a:srgbClr val="F0C25B"/>
                </a:solidFill>
                <a:latin typeface="Arial"/>
                <a:ea typeface="Arial"/>
                <a:cs typeface="Arial"/>
              </a:defRPr>
            </a:lvl2pPr>
            <a:lvl3pPr algn="l">
              <a:defRPr sz="1125" b="1">
                <a:solidFill>
                  <a:srgbClr val="F0C25B"/>
                </a:solidFill>
                <a:latin typeface="Arial"/>
                <a:ea typeface="Arial"/>
                <a:cs typeface="Arial"/>
              </a:defRPr>
            </a:lvl3pPr>
            <a:lvl4pPr algn="l">
              <a:defRPr sz="1125" b="1">
                <a:solidFill>
                  <a:srgbClr val="F0C25B"/>
                </a:solidFill>
                <a:latin typeface="Arial"/>
                <a:ea typeface="Arial"/>
                <a:cs typeface="Arial"/>
              </a:defRPr>
            </a:lvl4pPr>
            <a:lvl5pPr algn="l">
              <a:defRPr sz="1125" b="1">
                <a:solidFill>
                  <a:srgbClr val="F0C25B"/>
                </a:solidFill>
                <a:latin typeface="Arial"/>
                <a:ea typeface="Arial"/>
                <a:cs typeface="Arial"/>
              </a:defRPr>
            </a:lvl5pPr>
            <a:lvl6pPr algn="l">
              <a:defRPr sz="1125" b="1">
                <a:solidFill>
                  <a:srgbClr val="F0C25B"/>
                </a:solidFill>
                <a:latin typeface="Arial"/>
                <a:ea typeface="Arial"/>
                <a:cs typeface="Arial"/>
              </a:defRPr>
            </a:lvl6pPr>
            <a:lvl7pPr algn="l">
              <a:defRPr sz="1125" b="1">
                <a:solidFill>
                  <a:srgbClr val="F0C25B"/>
                </a:solidFill>
                <a:latin typeface="Arial"/>
                <a:ea typeface="Arial"/>
                <a:cs typeface="Arial"/>
              </a:defRPr>
            </a:lvl7pPr>
            <a:lvl8pPr algn="l">
              <a:defRPr sz="1125" b="1">
                <a:solidFill>
                  <a:srgbClr val="F0C25B"/>
                </a:solidFill>
                <a:latin typeface="Arial"/>
                <a:ea typeface="Arial"/>
                <a:cs typeface="Arial"/>
              </a:defRPr>
            </a:lvl8pPr>
            <a:lvl9pPr algn="l">
              <a:defRPr sz="1125" b="1">
                <a:solidFill>
                  <a:srgbClr val="F0C25B"/>
                </a:solidFill>
                <a:latin typeface="Arial"/>
                <a:ea typeface="Arial"/>
                <a:cs typeface="Arial"/>
              </a:defRPr>
            </a:lvl9pPr>
          </a:lstStyle>
          <a:p xmlns:a="http://schemas.openxmlformats.org/drawingml/2006/main">
            <a:pPr algn="l">
              <a:lnSpc>
                <a:spcPct val="102000"/>
              </a:lnSpc>
              <a:buNone/>
              <a:defRPr sz="1125" b="1">
                <a:solidFill>
                  <a:srgbClr val="F0C25B"/>
                </a:solidFill>
                <a:latin typeface="Arial"/>
                <a:ea typeface="Arial"/>
                <a:cs typeface="Arial"/>
              </a:defRPr>
            </a:pPr>
            <a:r>
              <a:rPr sz="1125" b="1">
                <a:solidFill>
                  <a:srgbClr val="F0C25B"/>
                </a:solidFill>
                <a:latin typeface="Arial"/>
                <a:ea typeface="Arial"/>
                <a:cs typeface="Arial"/>
              </a:rPr>
              <a:t>IMPORTANT LIMIT</a:t>
            </a:r>
          </a:p>
        </p:txBody>
      </p:sp>
      <p:sp>
        <p:nvSpPr>
          <p:cNvPr id="21" name="">
            <a:extLst xmlns:a="http://schemas.openxmlformats.org/drawingml/2006/main">
              <a:ext uri="{FF2B5EF4-FFF2-40B4-BE49-F238E27FC236}">
                <a16:creationId xmlns:a16="http://schemas.microsoft.com/office/drawing/2014/main" id="{BF02D30A-7D45-4F9F-8D68-95F6C8D25C31}"/>
              </a:ext>
            </a:extLst>
          </p:cNvPr>
          <p:cNvSpPr>
            <a:spLocks xmlns:a="http://schemas.openxmlformats.org/drawingml/2006/main" noGrp="1"/>
          </p:cNvSpPr>
          <p:nvPr/>
        </p:nvSpPr>
        <p:spPr>
          <a:xfrm xmlns:a="http://schemas.openxmlformats.org/drawingml/2006/main">
            <a:off x="971550" y="51816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2000"/>
              </a:lnSpc>
              <a:buNone/>
              <a:defRPr sz="1575" b="1">
                <a:solidFill>
                  <a:srgbClr val="FFFFFF"/>
                </a:solidFill>
                <a:latin typeface="Arial"/>
                <a:ea typeface="Arial"/>
                <a:cs typeface="Arial"/>
              </a:defRPr>
            </a:pPr>
            <a:r>
              <a:rPr sz="1575" b="1">
                <a:solidFill>
                  <a:srgbClr val="FFFFFF"/>
                </a:solidFill>
                <a:latin typeface="Arial"/>
                <a:ea typeface="Arial"/>
                <a:cs typeface="Arial"/>
              </a:rPr>
              <a:t>Self-reported U.S. survey data from 2015. The model may miss undiagnosed cases and is not validated as a clinical tool for Philippine users.</a:t>
            </a:r>
          </a:p>
        </p:txBody>
      </p:sp>
      <p:sp>
        <p:nvSpPr>
          <p:cNvPr id="22" name="">
            <a:extLst xmlns:a="http://schemas.openxmlformats.org/drawingml/2006/main">
              <a:ext uri="{FF2B5EF4-FFF2-40B4-BE49-F238E27FC236}">
                <a16:creationId xmlns:a16="http://schemas.microsoft.com/office/drawing/2014/main" id="{B7AA01D2-4EA7-42A5-A655-93EE7C89CB37}"/>
              </a:ext>
            </a:extLst>
          </p:cNvPr>
          <p:cNvSpPr>
            <a:spLocks xmlns:a="http://schemas.openxmlformats.org/drawingml/2006/main" noGrp="1"/>
          </p:cNvSpPr>
          <p:nvPr/>
        </p:nvSpPr>
        <p:spPr>
          <a:xfrm xmlns:a="http://schemas.openxmlformats.org/drawingml/2006/main">
            <a:off x="781050" y="593407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C7077"/>
                </a:solidFill>
                <a:latin typeface="Arial"/>
                <a:ea typeface="Arial"/>
                <a:cs typeface="Arial"/>
              </a:defRPr>
            </a:defPPr>
            <a:lvl1pPr algn="l">
              <a:defRPr sz="1350" b="0">
                <a:solidFill>
                  <a:srgbClr val="5C7077"/>
                </a:solidFill>
                <a:latin typeface="Arial"/>
                <a:ea typeface="Arial"/>
                <a:cs typeface="Arial"/>
              </a:defRPr>
            </a:lvl1pPr>
            <a:lvl2pPr algn="l">
              <a:defRPr sz="1350" b="0">
                <a:solidFill>
                  <a:srgbClr val="5C7077"/>
                </a:solidFill>
                <a:latin typeface="Arial"/>
                <a:ea typeface="Arial"/>
                <a:cs typeface="Arial"/>
              </a:defRPr>
            </a:lvl2pPr>
            <a:lvl3pPr algn="l">
              <a:defRPr sz="1350" b="0">
                <a:solidFill>
                  <a:srgbClr val="5C7077"/>
                </a:solidFill>
                <a:latin typeface="Arial"/>
                <a:ea typeface="Arial"/>
                <a:cs typeface="Arial"/>
              </a:defRPr>
            </a:lvl3pPr>
            <a:lvl4pPr algn="l">
              <a:defRPr sz="1350" b="0">
                <a:solidFill>
                  <a:srgbClr val="5C7077"/>
                </a:solidFill>
                <a:latin typeface="Arial"/>
                <a:ea typeface="Arial"/>
                <a:cs typeface="Arial"/>
              </a:defRPr>
            </a:lvl4pPr>
            <a:lvl5pPr algn="l">
              <a:defRPr sz="1350" b="0">
                <a:solidFill>
                  <a:srgbClr val="5C7077"/>
                </a:solidFill>
                <a:latin typeface="Arial"/>
                <a:ea typeface="Arial"/>
                <a:cs typeface="Arial"/>
              </a:defRPr>
            </a:lvl5pPr>
            <a:lvl6pPr algn="l">
              <a:defRPr sz="1350" b="0">
                <a:solidFill>
                  <a:srgbClr val="5C7077"/>
                </a:solidFill>
                <a:latin typeface="Arial"/>
                <a:ea typeface="Arial"/>
                <a:cs typeface="Arial"/>
              </a:defRPr>
            </a:lvl6pPr>
            <a:lvl7pPr algn="l">
              <a:defRPr sz="1350" b="0">
                <a:solidFill>
                  <a:srgbClr val="5C7077"/>
                </a:solidFill>
                <a:latin typeface="Arial"/>
                <a:ea typeface="Arial"/>
                <a:cs typeface="Arial"/>
              </a:defRPr>
            </a:lvl7pPr>
            <a:lvl8pPr algn="l">
              <a:defRPr sz="1350" b="0">
                <a:solidFill>
                  <a:srgbClr val="5C7077"/>
                </a:solidFill>
                <a:latin typeface="Arial"/>
                <a:ea typeface="Arial"/>
                <a:cs typeface="Arial"/>
              </a:defRPr>
            </a:lvl8pPr>
            <a:lvl9pPr algn="l">
              <a:defRPr sz="1350" b="0">
                <a:solidFill>
                  <a:srgbClr val="5C7077"/>
                </a:solidFill>
                <a:latin typeface="Arial"/>
                <a:ea typeface="Arial"/>
                <a:cs typeface="Arial"/>
              </a:defRPr>
            </a:lvl9pPr>
          </a:lstStyle>
          <a:p xmlns:a="http://schemas.openxmlformats.org/drawingml/2006/main">
            <a:pPr algn="l">
              <a:lnSpc>
                <a:spcPct val="102000"/>
              </a:lnSpc>
              <a:buNone/>
              <a:defRPr sz="1350" b="0">
                <a:solidFill>
                  <a:srgbClr val="5C7077"/>
                </a:solidFill>
                <a:latin typeface="Arial"/>
                <a:ea typeface="Arial"/>
                <a:cs typeface="Arial"/>
              </a:defRPr>
            </a:pPr>
            <a:r>
              <a:rPr sz="1350" b="0">
                <a:solidFill>
                  <a:srgbClr val="5C7077"/>
                </a:solidFill>
                <a:latin typeface="Arial"/>
                <a:ea typeface="Arial"/>
                <a:cs typeface="Arial"/>
              </a:rPr>
              <a:t>Optional AI guidance is consent-based and general information—not medical advice.</a:t>
            </a:r>
          </a:p>
        </p:txBody>
      </p:sp>
      <p:sp>
        <p:nvSpPr>
          <p:cNvPr id="23" name="">
            <a:extLst xmlns:a="http://schemas.openxmlformats.org/drawingml/2006/main">
              <a:ext uri="{FF2B5EF4-FFF2-40B4-BE49-F238E27FC236}">
                <a16:creationId xmlns:a16="http://schemas.microsoft.com/office/drawing/2014/main" id="{CDBCE695-82A4-497A-89CF-67673ED22B33}"/>
              </a:ext>
            </a:extLst>
          </p:cNvPr>
          <p:cNvSpPr>
            <a:spLocks xmlns:a="http://schemas.openxmlformats.org/drawingml/2006/main" noGrp="1"/>
          </p:cNvSpPr>
          <p:nvPr/>
        </p:nvSpPr>
        <p:spPr>
          <a:xfrm xmlns:a="http://schemas.openxmlformats.org/drawingml/2006/main">
            <a:off x="685800" y="62293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077"/>
                </a:solidFill>
                <a:latin typeface="Arial"/>
                <a:ea typeface="Arial"/>
                <a:cs typeface="Arial"/>
              </a:defRPr>
            </a:defPPr>
            <a:lvl1pPr algn="l">
              <a:defRPr sz="975" b="0">
                <a:solidFill>
                  <a:srgbClr val="5C7077"/>
                </a:solidFill>
                <a:latin typeface="Arial"/>
                <a:ea typeface="Arial"/>
                <a:cs typeface="Arial"/>
              </a:defRPr>
            </a:lvl1pPr>
            <a:lvl2pPr algn="l">
              <a:defRPr sz="975" b="0">
                <a:solidFill>
                  <a:srgbClr val="5C7077"/>
                </a:solidFill>
                <a:latin typeface="Arial"/>
                <a:ea typeface="Arial"/>
                <a:cs typeface="Arial"/>
              </a:defRPr>
            </a:lvl2pPr>
            <a:lvl3pPr algn="l">
              <a:defRPr sz="975" b="0">
                <a:solidFill>
                  <a:srgbClr val="5C7077"/>
                </a:solidFill>
                <a:latin typeface="Arial"/>
                <a:ea typeface="Arial"/>
                <a:cs typeface="Arial"/>
              </a:defRPr>
            </a:lvl3pPr>
            <a:lvl4pPr algn="l">
              <a:defRPr sz="975" b="0">
                <a:solidFill>
                  <a:srgbClr val="5C7077"/>
                </a:solidFill>
                <a:latin typeface="Arial"/>
                <a:ea typeface="Arial"/>
                <a:cs typeface="Arial"/>
              </a:defRPr>
            </a:lvl4pPr>
            <a:lvl5pPr algn="l">
              <a:defRPr sz="975" b="0">
                <a:solidFill>
                  <a:srgbClr val="5C7077"/>
                </a:solidFill>
                <a:latin typeface="Arial"/>
                <a:ea typeface="Arial"/>
                <a:cs typeface="Arial"/>
              </a:defRPr>
            </a:lvl5pPr>
            <a:lvl6pPr algn="l">
              <a:defRPr sz="975" b="0">
                <a:solidFill>
                  <a:srgbClr val="5C7077"/>
                </a:solidFill>
                <a:latin typeface="Arial"/>
                <a:ea typeface="Arial"/>
                <a:cs typeface="Arial"/>
              </a:defRPr>
            </a:lvl6pPr>
            <a:lvl7pPr algn="l">
              <a:defRPr sz="975" b="0">
                <a:solidFill>
                  <a:srgbClr val="5C7077"/>
                </a:solidFill>
                <a:latin typeface="Arial"/>
                <a:ea typeface="Arial"/>
                <a:cs typeface="Arial"/>
              </a:defRPr>
            </a:lvl7pPr>
            <a:lvl8pPr algn="l">
              <a:defRPr sz="975" b="0">
                <a:solidFill>
                  <a:srgbClr val="5C7077"/>
                </a:solidFill>
                <a:latin typeface="Arial"/>
                <a:ea typeface="Arial"/>
                <a:cs typeface="Arial"/>
              </a:defRPr>
            </a:lvl8pPr>
            <a:lvl9pPr algn="l">
              <a:defRPr sz="975" b="0">
                <a:solidFill>
                  <a:srgbClr val="5C7077"/>
                </a:solidFill>
                <a:latin typeface="Arial"/>
                <a:ea typeface="Arial"/>
                <a:cs typeface="Arial"/>
              </a:defRPr>
            </a:lvl9pPr>
          </a:lstStyle>
          <a:p xmlns:a="http://schemas.openxmlformats.org/drawingml/2006/main">
            <a:pPr algn="l">
              <a:lnSpc>
                <a:spcPct val="102000"/>
              </a:lnSpc>
              <a:buNone/>
              <a:defRPr sz="975" b="0">
                <a:solidFill>
                  <a:srgbClr val="5C7077"/>
                </a:solidFill>
                <a:latin typeface="Arial"/>
                <a:ea typeface="Arial"/>
                <a:cs typeface="Arial"/>
              </a:defRPr>
            </a:pPr>
            <a:r>
              <a:rPr sz="975" b="0">
                <a:solidFill>
                  <a:srgbClr val="5C7077"/>
                </a:solidFill>
                <a:latin typeface="Arial"/>
                <a:ea typeface="Arial"/>
                <a:cs typeface="Arial"/>
              </a:rPr>
              <a:t>Source: application/app.py; application/risk_model.py; README.md</a:t>
            </a:r>
          </a:p>
        </p:txBody>
      </p:sp>
      <p:sp>
        <p:nvSpPr>
          <p:cNvPr id="24" name="">
            <a:extLst xmlns:a="http://schemas.openxmlformats.org/drawingml/2006/main">
              <a:ext uri="{FF2B5EF4-FFF2-40B4-BE49-F238E27FC236}">
                <a16:creationId xmlns:a16="http://schemas.microsoft.com/office/drawing/2014/main" id="{C1BFB91D-26B2-4F08-8FFD-EC0A9F7C4E26}"/>
              </a:ext>
            </a:extLst>
          </p:cNvPr>
          <p:cNvSpPr>
            <a:spLocks xmlns:a="http://schemas.openxmlformats.org/drawingml/2006/main" noGrp="1"/>
          </p:cNvSpPr>
          <p:nvPr/>
        </p:nvSpPr>
        <p:spPr>
          <a:xfrm xmlns:a="http://schemas.openxmlformats.org/drawingml/2006/main">
            <a:off x="10629900" y="62007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C7077"/>
                </a:solidFill>
                <a:latin typeface="Arial"/>
                <a:ea typeface="Arial"/>
                <a:cs typeface="Arial"/>
              </a:defRPr>
            </a:defPPr>
            <a:lvl1pPr algn="r">
              <a:defRPr sz="1050" b="1">
                <a:solidFill>
                  <a:srgbClr val="5C7077"/>
                </a:solidFill>
                <a:latin typeface="Arial"/>
                <a:ea typeface="Arial"/>
                <a:cs typeface="Arial"/>
              </a:defRPr>
            </a:lvl1pPr>
            <a:lvl2pPr algn="r">
              <a:defRPr sz="1050" b="1">
                <a:solidFill>
                  <a:srgbClr val="5C7077"/>
                </a:solidFill>
                <a:latin typeface="Arial"/>
                <a:ea typeface="Arial"/>
                <a:cs typeface="Arial"/>
              </a:defRPr>
            </a:lvl2pPr>
            <a:lvl3pPr algn="r">
              <a:defRPr sz="1050" b="1">
                <a:solidFill>
                  <a:srgbClr val="5C7077"/>
                </a:solidFill>
                <a:latin typeface="Arial"/>
                <a:ea typeface="Arial"/>
                <a:cs typeface="Arial"/>
              </a:defRPr>
            </a:lvl3pPr>
            <a:lvl4pPr algn="r">
              <a:defRPr sz="1050" b="1">
                <a:solidFill>
                  <a:srgbClr val="5C7077"/>
                </a:solidFill>
                <a:latin typeface="Arial"/>
                <a:ea typeface="Arial"/>
                <a:cs typeface="Arial"/>
              </a:defRPr>
            </a:lvl4pPr>
            <a:lvl5pPr algn="r">
              <a:defRPr sz="1050" b="1">
                <a:solidFill>
                  <a:srgbClr val="5C7077"/>
                </a:solidFill>
                <a:latin typeface="Arial"/>
                <a:ea typeface="Arial"/>
                <a:cs typeface="Arial"/>
              </a:defRPr>
            </a:lvl5pPr>
            <a:lvl6pPr algn="r">
              <a:defRPr sz="1050" b="1">
                <a:solidFill>
                  <a:srgbClr val="5C7077"/>
                </a:solidFill>
                <a:latin typeface="Arial"/>
                <a:ea typeface="Arial"/>
                <a:cs typeface="Arial"/>
              </a:defRPr>
            </a:lvl6pPr>
            <a:lvl7pPr algn="r">
              <a:defRPr sz="1050" b="1">
                <a:solidFill>
                  <a:srgbClr val="5C7077"/>
                </a:solidFill>
                <a:latin typeface="Arial"/>
                <a:ea typeface="Arial"/>
                <a:cs typeface="Arial"/>
              </a:defRPr>
            </a:lvl7pPr>
            <a:lvl8pPr algn="r">
              <a:defRPr sz="1050" b="1">
                <a:solidFill>
                  <a:srgbClr val="5C7077"/>
                </a:solidFill>
                <a:latin typeface="Arial"/>
                <a:ea typeface="Arial"/>
                <a:cs typeface="Arial"/>
              </a:defRPr>
            </a:lvl8pPr>
            <a:lvl9pPr algn="r">
              <a:defRPr sz="1050" b="1">
                <a:solidFill>
                  <a:srgbClr val="5C7077"/>
                </a:solidFill>
                <a:latin typeface="Arial"/>
                <a:ea typeface="Arial"/>
                <a:cs typeface="Arial"/>
              </a:defRPr>
            </a:lvl9pPr>
          </a:lstStyle>
          <a:p xmlns:a="http://schemas.openxmlformats.org/drawingml/2006/main">
            <a:pPr algn="r">
              <a:lnSpc>
                <a:spcPct val="102000"/>
              </a:lnSpc>
              <a:buNone/>
              <a:defRPr sz="1050" b="1">
                <a:solidFill>
                  <a:srgbClr val="5C7077"/>
                </a:solidFill>
                <a:latin typeface="Arial"/>
                <a:ea typeface="Arial"/>
                <a:cs typeface="Arial"/>
              </a:defRPr>
            </a:pPr>
            <a:r>
              <a:rPr sz="1050" b="1">
                <a:solidFill>
                  <a:srgbClr val="5C7077"/>
                </a:solidFill>
                <a:latin typeface="Arial"/>
                <a:ea typeface="Arial"/>
                <a:cs typeface="Arial"/>
              </a:rPr>
              <a:t>09 / 10</a:t>
            </a:r>
          </a:p>
        </p:txBody>
      </p:sp>
    </p:spTree>
    <p:extLst>
      <p:ext uri="{BB962C8B-B14F-4D97-AF65-F5344CB8AC3E}">
        <p14:creationId xmlns:p14="http://schemas.microsoft.com/office/powerpoint/2010/main" val="1336025492"/>
      </p:ext>
    </p:extLst>
  </p:cSld>
</p:sld>
</file>

<file path=ppt/slides/slide10.xml><?xml version="1.0" encoding="utf-8"?>
<p:sld xmlns:p="http://schemas.openxmlformats.org/presentationml/2006/main">
  <p:cSld>
    <p:bg>
      <p:bgPr>
        <a:solidFill xmlns:a="http://schemas.openxmlformats.org/drawingml/2006/main">
          <a:srgbClr val="0B273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1A87AC-FB1C-40EE-ABF1-D19FE69496B6}"/>
              </a:ext>
            </a:extLst>
          </p:cNvPr>
          <p:cNvSpPr>
            <a:spLocks xmlns:a="http://schemas.openxmlformats.org/drawingml/2006/main" noGrp="1"/>
          </p:cNvSpPr>
          <p:nvPr/>
        </p:nvSpPr>
        <p:spPr>
          <a:xfrm xmlns:a="http://schemas.openxmlformats.org/drawingml/2006/main">
            <a:off x="685800" y="4381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7C9C4"/>
                </a:solidFill>
                <a:latin typeface="Arial"/>
                <a:ea typeface="Arial"/>
                <a:cs typeface="Arial"/>
              </a:defRPr>
            </a:defPPr>
            <a:lvl1pPr algn="l">
              <a:defRPr sz="1200" b="1">
                <a:solidFill>
                  <a:srgbClr val="77C9C4"/>
                </a:solidFill>
                <a:latin typeface="Arial"/>
                <a:ea typeface="Arial"/>
                <a:cs typeface="Arial"/>
              </a:defRPr>
            </a:lvl1pPr>
            <a:lvl2pPr algn="l">
              <a:defRPr sz="1200" b="1">
                <a:solidFill>
                  <a:srgbClr val="77C9C4"/>
                </a:solidFill>
                <a:latin typeface="Arial"/>
                <a:ea typeface="Arial"/>
                <a:cs typeface="Arial"/>
              </a:defRPr>
            </a:lvl2pPr>
            <a:lvl3pPr algn="l">
              <a:defRPr sz="1200" b="1">
                <a:solidFill>
                  <a:srgbClr val="77C9C4"/>
                </a:solidFill>
                <a:latin typeface="Arial"/>
                <a:ea typeface="Arial"/>
                <a:cs typeface="Arial"/>
              </a:defRPr>
            </a:lvl3pPr>
            <a:lvl4pPr algn="l">
              <a:defRPr sz="1200" b="1">
                <a:solidFill>
                  <a:srgbClr val="77C9C4"/>
                </a:solidFill>
                <a:latin typeface="Arial"/>
                <a:ea typeface="Arial"/>
                <a:cs typeface="Arial"/>
              </a:defRPr>
            </a:lvl4pPr>
            <a:lvl5pPr algn="l">
              <a:defRPr sz="1200" b="1">
                <a:solidFill>
                  <a:srgbClr val="77C9C4"/>
                </a:solidFill>
                <a:latin typeface="Arial"/>
                <a:ea typeface="Arial"/>
                <a:cs typeface="Arial"/>
              </a:defRPr>
            </a:lvl5pPr>
            <a:lvl6pPr algn="l">
              <a:defRPr sz="1200" b="1">
                <a:solidFill>
                  <a:srgbClr val="77C9C4"/>
                </a:solidFill>
                <a:latin typeface="Arial"/>
                <a:ea typeface="Arial"/>
                <a:cs typeface="Arial"/>
              </a:defRPr>
            </a:lvl6pPr>
            <a:lvl7pPr algn="l">
              <a:defRPr sz="1200" b="1">
                <a:solidFill>
                  <a:srgbClr val="77C9C4"/>
                </a:solidFill>
                <a:latin typeface="Arial"/>
                <a:ea typeface="Arial"/>
                <a:cs typeface="Arial"/>
              </a:defRPr>
            </a:lvl7pPr>
            <a:lvl8pPr algn="l">
              <a:defRPr sz="1200" b="1">
                <a:solidFill>
                  <a:srgbClr val="77C9C4"/>
                </a:solidFill>
                <a:latin typeface="Arial"/>
                <a:ea typeface="Arial"/>
                <a:cs typeface="Arial"/>
              </a:defRPr>
            </a:lvl8pPr>
            <a:lvl9pPr algn="l">
              <a:defRPr sz="1200" b="1">
                <a:solidFill>
                  <a:srgbClr val="77C9C4"/>
                </a:solidFill>
                <a:latin typeface="Arial"/>
                <a:ea typeface="Arial"/>
                <a:cs typeface="Arial"/>
              </a:defRPr>
            </a:lvl9pPr>
          </a:lstStyle>
          <a:p xmlns:a="http://schemas.openxmlformats.org/drawingml/2006/main">
            <a:pPr algn="l">
              <a:lnSpc>
                <a:spcPct val="102000"/>
              </a:lnSpc>
              <a:buNone/>
              <a:defRPr sz="1200" b="1">
                <a:solidFill>
                  <a:srgbClr val="77C9C4"/>
                </a:solidFill>
                <a:latin typeface="Arial"/>
                <a:ea typeface="Arial"/>
                <a:cs typeface="Arial"/>
              </a:defRPr>
            </a:pPr>
            <a:r>
              <a:rPr sz="1200" b="1">
                <a:solidFill>
                  <a:srgbClr val="77C9C4"/>
                </a:solidFill>
                <a:latin typeface="Arial"/>
                <a:ea typeface="Arial"/>
                <a:cs typeface="Arial"/>
              </a:rPr>
              <a:t>WHAT NOW</a:t>
            </a:r>
          </a:p>
        </p:txBody>
      </p:sp>
      <p:sp>
        <p:nvSpPr>
          <p:cNvPr id="2" name="">
            <a:extLst xmlns:a="http://schemas.openxmlformats.org/drawingml/2006/main">
              <a:ext uri="{FF2B5EF4-FFF2-40B4-BE49-F238E27FC236}">
                <a16:creationId xmlns:a16="http://schemas.microsoft.com/office/drawing/2014/main" id="{98551727-2B41-4768-AEA0-B60366F355B3}"/>
              </a:ext>
            </a:extLst>
          </p:cNvPr>
          <p:cNvSpPr>
            <a:spLocks xmlns:a="http://schemas.openxmlformats.org/drawingml/2006/main" noGrp="1"/>
          </p:cNvSpPr>
          <p:nvPr/>
        </p:nvSpPr>
        <p:spPr>
          <a:xfrm xmlns:a="http://schemas.openxmlformats.org/drawingml/2006/main">
            <a:off x="685800" y="8191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lnSpc>
                <a:spcPct val="102000"/>
              </a:lnSpc>
              <a:buNone/>
              <a:defRPr sz="3150" b="1">
                <a:solidFill>
                  <a:srgbClr val="FFFFFF"/>
                </a:solidFill>
                <a:latin typeface="Arial"/>
                <a:ea typeface="Arial"/>
                <a:cs typeface="Arial"/>
              </a:defRPr>
            </a:pPr>
            <a:r>
              <a:rPr sz="3150" b="1">
                <a:solidFill>
                  <a:srgbClr val="FFFFFF"/>
                </a:solidFill>
                <a:latin typeface="Arial"/>
                <a:ea typeface="Arial"/>
                <a:cs typeface="Arial"/>
              </a:rPr>
              <a:t>Keep M1 for the demo; strengthen the evidence next</a:t>
            </a:r>
          </a:p>
        </p:txBody>
      </p:sp>
      <p:sp>
        <p:nvSpPr>
          <p:cNvPr id="3" name="">
            <a:extLst xmlns:a="http://schemas.openxmlformats.org/drawingml/2006/main">
              <a:ext uri="{FF2B5EF4-FFF2-40B4-BE49-F238E27FC236}">
                <a16:creationId xmlns:a16="http://schemas.microsoft.com/office/drawing/2014/main" id="{694E3BFA-1158-427C-AE97-755B64999A97}"/>
              </a:ext>
            </a:extLst>
          </p:cNvPr>
          <p:cNvSpPr>
            <a:spLocks xmlns:a="http://schemas.openxmlformats.org/drawingml/2006/main" noGrp="1"/>
          </p:cNvSpPr>
          <p:nvPr/>
        </p:nvSpPr>
        <p:spPr>
          <a:xfrm xmlns:a="http://schemas.openxmlformats.org/drawingml/2006/main">
            <a:off x="704850" y="144780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C3D3D2"/>
                </a:solidFill>
                <a:latin typeface="Arial"/>
                <a:ea typeface="Arial"/>
                <a:cs typeface="Arial"/>
              </a:defRPr>
            </a:defPPr>
            <a:lvl1pPr algn="l">
              <a:defRPr sz="1650" b="0">
                <a:solidFill>
                  <a:srgbClr val="C3D3D2"/>
                </a:solidFill>
                <a:latin typeface="Arial"/>
                <a:ea typeface="Arial"/>
                <a:cs typeface="Arial"/>
              </a:defRPr>
            </a:lvl1pPr>
            <a:lvl2pPr algn="l">
              <a:defRPr sz="1650" b="0">
                <a:solidFill>
                  <a:srgbClr val="C3D3D2"/>
                </a:solidFill>
                <a:latin typeface="Arial"/>
                <a:ea typeface="Arial"/>
                <a:cs typeface="Arial"/>
              </a:defRPr>
            </a:lvl2pPr>
            <a:lvl3pPr algn="l">
              <a:defRPr sz="1650" b="0">
                <a:solidFill>
                  <a:srgbClr val="C3D3D2"/>
                </a:solidFill>
                <a:latin typeface="Arial"/>
                <a:ea typeface="Arial"/>
                <a:cs typeface="Arial"/>
              </a:defRPr>
            </a:lvl3pPr>
            <a:lvl4pPr algn="l">
              <a:defRPr sz="1650" b="0">
                <a:solidFill>
                  <a:srgbClr val="C3D3D2"/>
                </a:solidFill>
                <a:latin typeface="Arial"/>
                <a:ea typeface="Arial"/>
                <a:cs typeface="Arial"/>
              </a:defRPr>
            </a:lvl4pPr>
            <a:lvl5pPr algn="l">
              <a:defRPr sz="1650" b="0">
                <a:solidFill>
                  <a:srgbClr val="C3D3D2"/>
                </a:solidFill>
                <a:latin typeface="Arial"/>
                <a:ea typeface="Arial"/>
                <a:cs typeface="Arial"/>
              </a:defRPr>
            </a:lvl5pPr>
            <a:lvl6pPr algn="l">
              <a:defRPr sz="1650" b="0">
                <a:solidFill>
                  <a:srgbClr val="C3D3D2"/>
                </a:solidFill>
                <a:latin typeface="Arial"/>
                <a:ea typeface="Arial"/>
                <a:cs typeface="Arial"/>
              </a:defRPr>
            </a:lvl6pPr>
            <a:lvl7pPr algn="l">
              <a:defRPr sz="1650" b="0">
                <a:solidFill>
                  <a:srgbClr val="C3D3D2"/>
                </a:solidFill>
                <a:latin typeface="Arial"/>
                <a:ea typeface="Arial"/>
                <a:cs typeface="Arial"/>
              </a:defRPr>
            </a:lvl7pPr>
            <a:lvl8pPr algn="l">
              <a:defRPr sz="1650" b="0">
                <a:solidFill>
                  <a:srgbClr val="C3D3D2"/>
                </a:solidFill>
                <a:latin typeface="Arial"/>
                <a:ea typeface="Arial"/>
                <a:cs typeface="Arial"/>
              </a:defRPr>
            </a:lvl8pPr>
            <a:lvl9pPr algn="l">
              <a:defRPr sz="1650" b="0">
                <a:solidFill>
                  <a:srgbClr val="C3D3D2"/>
                </a:solidFill>
                <a:latin typeface="Arial"/>
                <a:ea typeface="Arial"/>
                <a:cs typeface="Arial"/>
              </a:defRPr>
            </a:lvl9pPr>
          </a:lstStyle>
          <a:p xmlns:a="http://schemas.openxmlformats.org/drawingml/2006/main">
            <a:pPr algn="l">
              <a:lnSpc>
                <a:spcPct val="102000"/>
              </a:lnSpc>
              <a:buNone/>
              <a:defRPr sz="1650" b="0">
                <a:solidFill>
                  <a:srgbClr val="C3D3D2"/>
                </a:solidFill>
                <a:latin typeface="Arial"/>
                <a:ea typeface="Arial"/>
                <a:cs typeface="Arial"/>
              </a:defRPr>
            </a:pPr>
            <a:r>
              <a:rPr sz="1650" b="0">
                <a:solidFill>
                  <a:srgbClr val="C3D3D2"/>
                </a:solidFill>
                <a:latin typeface="Arial"/>
                <a:ea typeface="Arial"/>
                <a:cs typeface="Arial"/>
              </a:rPr>
              <a:t>No tested alternative improved the agreed recall-and-specificity rule.</a:t>
            </a:r>
          </a:p>
        </p:txBody>
      </p:sp>
      <p:sp>
        <p:nvSpPr>
          <p:cNvPr id="4" name="">
            <a:extLst xmlns:a="http://schemas.openxmlformats.org/drawingml/2006/main">
              <a:ext uri="{FF2B5EF4-FFF2-40B4-BE49-F238E27FC236}">
                <a16:creationId xmlns:a16="http://schemas.microsoft.com/office/drawing/2014/main" id="{BA795947-853A-4BDF-9539-4E0057801F2A}"/>
              </a:ext>
            </a:extLst>
          </p:cNvPr>
          <p:cNvSpPr>
            <a:spLocks xmlns:a="http://schemas.openxmlformats.org/drawingml/2006/main" noGrp="1"/>
          </p:cNvSpPr>
          <p:nvPr/>
        </p:nvSpPr>
        <p:spPr>
          <a:xfrm xmlns:a="http://schemas.openxmlformats.org/drawingml/2006/main">
            <a:off x="762000" y="2190750"/>
            <a:ext cx="552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0C25B"/>
                </a:solidFill>
                <a:latin typeface="Arial"/>
                <a:ea typeface="Arial"/>
                <a:cs typeface="Arial"/>
              </a:defRPr>
            </a:defPPr>
            <a:lvl1pPr algn="l">
              <a:defRPr sz="1875" b="1">
                <a:solidFill>
                  <a:srgbClr val="F0C25B"/>
                </a:solidFill>
                <a:latin typeface="Arial"/>
                <a:ea typeface="Arial"/>
                <a:cs typeface="Arial"/>
              </a:defRPr>
            </a:lvl1pPr>
            <a:lvl2pPr algn="l">
              <a:defRPr sz="1875" b="1">
                <a:solidFill>
                  <a:srgbClr val="F0C25B"/>
                </a:solidFill>
                <a:latin typeface="Arial"/>
                <a:ea typeface="Arial"/>
                <a:cs typeface="Arial"/>
              </a:defRPr>
            </a:lvl2pPr>
            <a:lvl3pPr algn="l">
              <a:defRPr sz="1875" b="1">
                <a:solidFill>
                  <a:srgbClr val="F0C25B"/>
                </a:solidFill>
                <a:latin typeface="Arial"/>
                <a:ea typeface="Arial"/>
                <a:cs typeface="Arial"/>
              </a:defRPr>
            </a:lvl3pPr>
            <a:lvl4pPr algn="l">
              <a:defRPr sz="1875" b="1">
                <a:solidFill>
                  <a:srgbClr val="F0C25B"/>
                </a:solidFill>
                <a:latin typeface="Arial"/>
                <a:ea typeface="Arial"/>
                <a:cs typeface="Arial"/>
              </a:defRPr>
            </a:lvl4pPr>
            <a:lvl5pPr algn="l">
              <a:defRPr sz="1875" b="1">
                <a:solidFill>
                  <a:srgbClr val="F0C25B"/>
                </a:solidFill>
                <a:latin typeface="Arial"/>
                <a:ea typeface="Arial"/>
                <a:cs typeface="Arial"/>
              </a:defRPr>
            </a:lvl5pPr>
            <a:lvl6pPr algn="l">
              <a:defRPr sz="1875" b="1">
                <a:solidFill>
                  <a:srgbClr val="F0C25B"/>
                </a:solidFill>
                <a:latin typeface="Arial"/>
                <a:ea typeface="Arial"/>
                <a:cs typeface="Arial"/>
              </a:defRPr>
            </a:lvl6pPr>
            <a:lvl7pPr algn="l">
              <a:defRPr sz="1875" b="1">
                <a:solidFill>
                  <a:srgbClr val="F0C25B"/>
                </a:solidFill>
                <a:latin typeface="Arial"/>
                <a:ea typeface="Arial"/>
                <a:cs typeface="Arial"/>
              </a:defRPr>
            </a:lvl7pPr>
            <a:lvl8pPr algn="l">
              <a:defRPr sz="1875" b="1">
                <a:solidFill>
                  <a:srgbClr val="F0C25B"/>
                </a:solidFill>
                <a:latin typeface="Arial"/>
                <a:ea typeface="Arial"/>
                <a:cs typeface="Arial"/>
              </a:defRPr>
            </a:lvl8pPr>
            <a:lvl9pPr algn="l">
              <a:defRPr sz="1875" b="1">
                <a:solidFill>
                  <a:srgbClr val="F0C25B"/>
                </a:solidFill>
                <a:latin typeface="Arial"/>
                <a:ea typeface="Arial"/>
                <a:cs typeface="Arial"/>
              </a:defRPr>
            </a:lvl9pPr>
          </a:lstStyle>
          <a:p xmlns:a="http://schemas.openxmlformats.org/drawingml/2006/main">
            <a:pPr algn="l">
              <a:lnSpc>
                <a:spcPct val="102000"/>
              </a:lnSpc>
              <a:buNone/>
              <a:defRPr sz="1875" b="1">
                <a:solidFill>
                  <a:srgbClr val="F0C25B"/>
                </a:solidFill>
                <a:latin typeface="Arial"/>
                <a:ea typeface="Arial"/>
                <a:cs typeface="Arial"/>
              </a:defRPr>
            </a:pPr>
            <a:r>
              <a:rPr sz="1875" b="1">
                <a:solidFill>
                  <a:srgbClr val="F0C2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4CB76C7-37A9-4FE9-96AB-679A63B31479}"/>
              </a:ext>
            </a:extLst>
          </p:cNvPr>
          <p:cNvSpPr>
            <a:spLocks xmlns:a="http://schemas.openxmlformats.org/drawingml/2006/main" noGrp="1"/>
          </p:cNvSpPr>
          <p:nvPr/>
        </p:nvSpPr>
        <p:spPr>
          <a:xfrm xmlns:a="http://schemas.openxmlformats.org/drawingml/2006/main">
            <a:off x="1562100" y="21812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2000"/>
              </a:lnSpc>
              <a:buNone/>
              <a:defRPr sz="1875" b="1">
                <a:solidFill>
                  <a:srgbClr val="FFFFFF"/>
                </a:solidFill>
                <a:latin typeface="Arial"/>
                <a:ea typeface="Arial"/>
                <a:cs typeface="Arial"/>
              </a:defRPr>
            </a:pPr>
            <a:r>
              <a:rPr sz="1875" b="1">
                <a:solidFill>
                  <a:srgbClr val="FFFFFF"/>
                </a:solidFill>
                <a:latin typeface="Arial"/>
                <a:ea typeface="Arial"/>
                <a:cs typeface="Arial"/>
              </a:rPr>
              <a:t>Use M1 transparently</a:t>
            </a:r>
          </a:p>
        </p:txBody>
      </p:sp>
      <p:sp>
        <p:nvSpPr>
          <p:cNvPr id="6" name="">
            <a:extLst xmlns:a="http://schemas.openxmlformats.org/drawingml/2006/main">
              <a:ext uri="{FF2B5EF4-FFF2-40B4-BE49-F238E27FC236}">
                <a16:creationId xmlns:a16="http://schemas.microsoft.com/office/drawing/2014/main" id="{9FAADFE5-A2B3-450E-9C6E-73043C59F757}"/>
              </a:ext>
            </a:extLst>
          </p:cNvPr>
          <p:cNvSpPr>
            <a:spLocks xmlns:a="http://schemas.openxmlformats.org/drawingml/2006/main" noGrp="1"/>
          </p:cNvSpPr>
          <p:nvPr/>
        </p:nvSpPr>
        <p:spPr>
          <a:xfrm xmlns:a="http://schemas.openxmlformats.org/drawingml/2006/main">
            <a:off x="5429250" y="217170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3D3D2"/>
                </a:solidFill>
                <a:latin typeface="Arial"/>
                <a:ea typeface="Arial"/>
                <a:cs typeface="Arial"/>
              </a:defRPr>
            </a:defPPr>
            <a:lvl1pPr algn="l">
              <a:defRPr sz="1500" b="0">
                <a:solidFill>
                  <a:srgbClr val="C3D3D2"/>
                </a:solidFill>
                <a:latin typeface="Arial"/>
                <a:ea typeface="Arial"/>
                <a:cs typeface="Arial"/>
              </a:defRPr>
            </a:lvl1pPr>
            <a:lvl2pPr algn="l">
              <a:defRPr sz="1500" b="0">
                <a:solidFill>
                  <a:srgbClr val="C3D3D2"/>
                </a:solidFill>
                <a:latin typeface="Arial"/>
                <a:ea typeface="Arial"/>
                <a:cs typeface="Arial"/>
              </a:defRPr>
            </a:lvl2pPr>
            <a:lvl3pPr algn="l">
              <a:defRPr sz="1500" b="0">
                <a:solidFill>
                  <a:srgbClr val="C3D3D2"/>
                </a:solidFill>
                <a:latin typeface="Arial"/>
                <a:ea typeface="Arial"/>
                <a:cs typeface="Arial"/>
              </a:defRPr>
            </a:lvl3pPr>
            <a:lvl4pPr algn="l">
              <a:defRPr sz="1500" b="0">
                <a:solidFill>
                  <a:srgbClr val="C3D3D2"/>
                </a:solidFill>
                <a:latin typeface="Arial"/>
                <a:ea typeface="Arial"/>
                <a:cs typeface="Arial"/>
              </a:defRPr>
            </a:lvl4pPr>
            <a:lvl5pPr algn="l">
              <a:defRPr sz="1500" b="0">
                <a:solidFill>
                  <a:srgbClr val="C3D3D2"/>
                </a:solidFill>
                <a:latin typeface="Arial"/>
                <a:ea typeface="Arial"/>
                <a:cs typeface="Arial"/>
              </a:defRPr>
            </a:lvl5pPr>
            <a:lvl6pPr algn="l">
              <a:defRPr sz="1500" b="0">
                <a:solidFill>
                  <a:srgbClr val="C3D3D2"/>
                </a:solidFill>
                <a:latin typeface="Arial"/>
                <a:ea typeface="Arial"/>
                <a:cs typeface="Arial"/>
              </a:defRPr>
            </a:lvl6pPr>
            <a:lvl7pPr algn="l">
              <a:defRPr sz="1500" b="0">
                <a:solidFill>
                  <a:srgbClr val="C3D3D2"/>
                </a:solidFill>
                <a:latin typeface="Arial"/>
                <a:ea typeface="Arial"/>
                <a:cs typeface="Arial"/>
              </a:defRPr>
            </a:lvl7pPr>
            <a:lvl8pPr algn="l">
              <a:defRPr sz="1500" b="0">
                <a:solidFill>
                  <a:srgbClr val="C3D3D2"/>
                </a:solidFill>
                <a:latin typeface="Arial"/>
                <a:ea typeface="Arial"/>
                <a:cs typeface="Arial"/>
              </a:defRPr>
            </a:lvl8pPr>
            <a:lvl9pPr algn="l">
              <a:defRPr sz="1500" b="0">
                <a:solidFill>
                  <a:srgbClr val="C3D3D2"/>
                </a:solidFill>
                <a:latin typeface="Arial"/>
                <a:ea typeface="Arial"/>
                <a:cs typeface="Arial"/>
              </a:defRPr>
            </a:lvl9pPr>
          </a:lstStyle>
          <a:p xmlns:a="http://schemas.openxmlformats.org/drawingml/2006/main">
            <a:pPr algn="l">
              <a:lnSpc>
                <a:spcPct val="102000"/>
              </a:lnSpc>
              <a:buNone/>
              <a:defRPr sz="1500" b="0">
                <a:solidFill>
                  <a:srgbClr val="C3D3D2"/>
                </a:solidFill>
                <a:latin typeface="Arial"/>
                <a:ea typeface="Arial"/>
                <a:cs typeface="Arial"/>
              </a:defRPr>
            </a:pPr>
            <a:r>
              <a:rPr sz="1500" b="0">
                <a:solidFill>
                  <a:srgbClr val="C3D3D2"/>
                </a:solidFill>
                <a:latin typeface="Arial"/>
                <a:ea typeface="Arial"/>
                <a:cs typeface="Arial"/>
              </a:rPr>
              <a:t>Show recall beside specificity and false-alarm burden. Keep 85% recall labelled as a working target.</a:t>
            </a:r>
          </a:p>
        </p:txBody>
      </p:sp>
      <p:sp>
        <p:nvSpPr>
          <p:cNvPr id="7" name="">
            <a:extLst xmlns:a="http://schemas.openxmlformats.org/drawingml/2006/main">
              <a:ext uri="{FF2B5EF4-FFF2-40B4-BE49-F238E27FC236}">
                <a16:creationId xmlns:a16="http://schemas.microsoft.com/office/drawing/2014/main" id="{4CD6E983-EAD1-447C-B3B8-20C679C342A5}"/>
              </a:ext>
            </a:extLst>
          </p:cNvPr>
          <p:cNvSpPr>
            <a:spLocks xmlns:a="http://schemas.openxmlformats.org/drawingml/2006/main" noGrp="1"/>
          </p:cNvSpPr>
          <p:nvPr/>
        </p:nvSpPr>
        <p:spPr>
          <a:xfrm xmlns:a="http://schemas.openxmlformats.org/drawingml/2006/main">
            <a:off x="1562100" y="2952750"/>
            <a:ext cx="9848850" cy="19050"/>
          </a:xfrm>
          <a:prstGeom xmlns:a="http://schemas.openxmlformats.org/drawingml/2006/main" prst="rect">
            <a:avLst/>
          </a:prstGeom>
          <a:solidFill xmlns:a="http://schemas.openxmlformats.org/drawingml/2006/main">
            <a:srgbClr val="31515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9D2395-3803-4F78-BBDC-FB708950C92D}"/>
              </a:ext>
            </a:extLst>
          </p:cNvPr>
          <p:cNvSpPr>
            <a:spLocks xmlns:a="http://schemas.openxmlformats.org/drawingml/2006/main" noGrp="1"/>
          </p:cNvSpPr>
          <p:nvPr/>
        </p:nvSpPr>
        <p:spPr>
          <a:xfrm xmlns:a="http://schemas.openxmlformats.org/drawingml/2006/main">
            <a:off x="762000" y="3248025"/>
            <a:ext cx="552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0C25B"/>
                </a:solidFill>
                <a:latin typeface="Arial"/>
                <a:ea typeface="Arial"/>
                <a:cs typeface="Arial"/>
              </a:defRPr>
            </a:defPPr>
            <a:lvl1pPr algn="l">
              <a:defRPr sz="1875" b="1">
                <a:solidFill>
                  <a:srgbClr val="F0C25B"/>
                </a:solidFill>
                <a:latin typeface="Arial"/>
                <a:ea typeface="Arial"/>
                <a:cs typeface="Arial"/>
              </a:defRPr>
            </a:lvl1pPr>
            <a:lvl2pPr algn="l">
              <a:defRPr sz="1875" b="1">
                <a:solidFill>
                  <a:srgbClr val="F0C25B"/>
                </a:solidFill>
                <a:latin typeface="Arial"/>
                <a:ea typeface="Arial"/>
                <a:cs typeface="Arial"/>
              </a:defRPr>
            </a:lvl2pPr>
            <a:lvl3pPr algn="l">
              <a:defRPr sz="1875" b="1">
                <a:solidFill>
                  <a:srgbClr val="F0C25B"/>
                </a:solidFill>
                <a:latin typeface="Arial"/>
                <a:ea typeface="Arial"/>
                <a:cs typeface="Arial"/>
              </a:defRPr>
            </a:lvl3pPr>
            <a:lvl4pPr algn="l">
              <a:defRPr sz="1875" b="1">
                <a:solidFill>
                  <a:srgbClr val="F0C25B"/>
                </a:solidFill>
                <a:latin typeface="Arial"/>
                <a:ea typeface="Arial"/>
                <a:cs typeface="Arial"/>
              </a:defRPr>
            </a:lvl4pPr>
            <a:lvl5pPr algn="l">
              <a:defRPr sz="1875" b="1">
                <a:solidFill>
                  <a:srgbClr val="F0C25B"/>
                </a:solidFill>
                <a:latin typeface="Arial"/>
                <a:ea typeface="Arial"/>
                <a:cs typeface="Arial"/>
              </a:defRPr>
            </a:lvl5pPr>
            <a:lvl6pPr algn="l">
              <a:defRPr sz="1875" b="1">
                <a:solidFill>
                  <a:srgbClr val="F0C25B"/>
                </a:solidFill>
                <a:latin typeface="Arial"/>
                <a:ea typeface="Arial"/>
                <a:cs typeface="Arial"/>
              </a:defRPr>
            </a:lvl6pPr>
            <a:lvl7pPr algn="l">
              <a:defRPr sz="1875" b="1">
                <a:solidFill>
                  <a:srgbClr val="F0C25B"/>
                </a:solidFill>
                <a:latin typeface="Arial"/>
                <a:ea typeface="Arial"/>
                <a:cs typeface="Arial"/>
              </a:defRPr>
            </a:lvl7pPr>
            <a:lvl8pPr algn="l">
              <a:defRPr sz="1875" b="1">
                <a:solidFill>
                  <a:srgbClr val="F0C25B"/>
                </a:solidFill>
                <a:latin typeface="Arial"/>
                <a:ea typeface="Arial"/>
                <a:cs typeface="Arial"/>
              </a:defRPr>
            </a:lvl8pPr>
            <a:lvl9pPr algn="l">
              <a:defRPr sz="1875" b="1">
                <a:solidFill>
                  <a:srgbClr val="F0C25B"/>
                </a:solidFill>
                <a:latin typeface="Arial"/>
                <a:ea typeface="Arial"/>
                <a:cs typeface="Arial"/>
              </a:defRPr>
            </a:lvl9pPr>
          </a:lstStyle>
          <a:p xmlns:a="http://schemas.openxmlformats.org/drawingml/2006/main">
            <a:pPr algn="l">
              <a:lnSpc>
                <a:spcPct val="102000"/>
              </a:lnSpc>
              <a:buNone/>
              <a:defRPr sz="1875" b="1">
                <a:solidFill>
                  <a:srgbClr val="F0C25B"/>
                </a:solidFill>
                <a:latin typeface="Arial"/>
                <a:ea typeface="Arial"/>
                <a:cs typeface="Arial"/>
              </a:defRPr>
            </a:pPr>
            <a:r>
              <a:rPr sz="1875" b="1">
                <a:solidFill>
                  <a:srgbClr val="F0C25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DD67DCC-EAA0-4F45-BD9F-1F965FF15D90}"/>
              </a:ext>
            </a:extLst>
          </p:cNvPr>
          <p:cNvSpPr>
            <a:spLocks xmlns:a="http://schemas.openxmlformats.org/drawingml/2006/main" noGrp="1"/>
          </p:cNvSpPr>
          <p:nvPr/>
        </p:nvSpPr>
        <p:spPr>
          <a:xfrm xmlns:a="http://schemas.openxmlformats.org/drawingml/2006/main">
            <a:off x="1562100" y="32385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6"/>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2000"/>
              </a:lnSpc>
              <a:buNone/>
              <a:defRPr sz="1875" b="1">
                <a:solidFill>
                  <a:srgbClr val="FFFFFF"/>
                </a:solidFill>
                <a:latin typeface="Arial"/>
                <a:ea typeface="Arial"/>
                <a:cs typeface="Arial"/>
              </a:defRPr>
            </a:pPr>
            <a:r>
              <a:rPr sz="1875" b="1">
                <a:solidFill>
                  <a:srgbClr val="FFFFFF"/>
                </a:solidFill>
                <a:latin typeface="Arial"/>
                <a:ea typeface="Arial"/>
                <a:cs typeface="Arial"/>
              </a:rPr>
              <a:t>Validate on new real respondents</a:t>
            </a:r>
          </a:p>
        </p:txBody>
      </p:sp>
      <p:sp>
        <p:nvSpPr>
          <p:cNvPr id="10" name="">
            <a:extLst xmlns:a="http://schemas.openxmlformats.org/drawingml/2006/main">
              <a:ext uri="{FF2B5EF4-FFF2-40B4-BE49-F238E27FC236}">
                <a16:creationId xmlns:a16="http://schemas.microsoft.com/office/drawing/2014/main" id="{BF60B5C5-D941-45E3-A8F0-E69877CBD94F}"/>
              </a:ext>
            </a:extLst>
          </p:cNvPr>
          <p:cNvSpPr>
            <a:spLocks xmlns:a="http://schemas.openxmlformats.org/drawingml/2006/main" noGrp="1"/>
          </p:cNvSpPr>
          <p:nvPr/>
        </p:nvSpPr>
        <p:spPr>
          <a:xfrm xmlns:a="http://schemas.openxmlformats.org/drawingml/2006/main">
            <a:off x="5429250" y="3228975"/>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3D3D2"/>
                </a:solidFill>
                <a:latin typeface="Arial"/>
                <a:ea typeface="Arial"/>
                <a:cs typeface="Arial"/>
              </a:defRPr>
            </a:defPPr>
            <a:lvl1pPr algn="l">
              <a:defRPr sz="1500" b="0">
                <a:solidFill>
                  <a:srgbClr val="C3D3D2"/>
                </a:solidFill>
                <a:latin typeface="Arial"/>
                <a:ea typeface="Arial"/>
                <a:cs typeface="Arial"/>
              </a:defRPr>
            </a:lvl1pPr>
            <a:lvl2pPr algn="l">
              <a:defRPr sz="1500" b="0">
                <a:solidFill>
                  <a:srgbClr val="C3D3D2"/>
                </a:solidFill>
                <a:latin typeface="Arial"/>
                <a:ea typeface="Arial"/>
                <a:cs typeface="Arial"/>
              </a:defRPr>
            </a:lvl2pPr>
            <a:lvl3pPr algn="l">
              <a:defRPr sz="1500" b="0">
                <a:solidFill>
                  <a:srgbClr val="C3D3D2"/>
                </a:solidFill>
                <a:latin typeface="Arial"/>
                <a:ea typeface="Arial"/>
                <a:cs typeface="Arial"/>
              </a:defRPr>
            </a:lvl3pPr>
            <a:lvl4pPr algn="l">
              <a:defRPr sz="1500" b="0">
                <a:solidFill>
                  <a:srgbClr val="C3D3D2"/>
                </a:solidFill>
                <a:latin typeface="Arial"/>
                <a:ea typeface="Arial"/>
                <a:cs typeface="Arial"/>
              </a:defRPr>
            </a:lvl4pPr>
            <a:lvl5pPr algn="l">
              <a:defRPr sz="1500" b="0">
                <a:solidFill>
                  <a:srgbClr val="C3D3D2"/>
                </a:solidFill>
                <a:latin typeface="Arial"/>
                <a:ea typeface="Arial"/>
                <a:cs typeface="Arial"/>
              </a:defRPr>
            </a:lvl5pPr>
            <a:lvl6pPr algn="l">
              <a:defRPr sz="1500" b="0">
                <a:solidFill>
                  <a:srgbClr val="C3D3D2"/>
                </a:solidFill>
                <a:latin typeface="Arial"/>
                <a:ea typeface="Arial"/>
                <a:cs typeface="Arial"/>
              </a:defRPr>
            </a:lvl6pPr>
            <a:lvl7pPr algn="l">
              <a:defRPr sz="1500" b="0">
                <a:solidFill>
                  <a:srgbClr val="C3D3D2"/>
                </a:solidFill>
                <a:latin typeface="Arial"/>
                <a:ea typeface="Arial"/>
                <a:cs typeface="Arial"/>
              </a:defRPr>
            </a:lvl7pPr>
            <a:lvl8pPr algn="l">
              <a:defRPr sz="1500" b="0">
                <a:solidFill>
                  <a:srgbClr val="C3D3D2"/>
                </a:solidFill>
                <a:latin typeface="Arial"/>
                <a:ea typeface="Arial"/>
                <a:cs typeface="Arial"/>
              </a:defRPr>
            </a:lvl8pPr>
            <a:lvl9pPr algn="l">
              <a:defRPr sz="1500" b="0">
                <a:solidFill>
                  <a:srgbClr val="C3D3D2"/>
                </a:solidFill>
                <a:latin typeface="Arial"/>
                <a:ea typeface="Arial"/>
                <a:cs typeface="Arial"/>
              </a:defRPr>
            </a:lvl9pPr>
          </a:lstStyle>
          <a:p xmlns:a="http://schemas.openxmlformats.org/drawingml/2006/main">
            <a:pPr algn="l">
              <a:lnSpc>
                <a:spcPct val="102000"/>
              </a:lnSpc>
              <a:buNone/>
              <a:defRPr sz="1500" b="0">
                <a:solidFill>
                  <a:srgbClr val="C3D3D2"/>
                </a:solidFill>
                <a:latin typeface="Arial"/>
                <a:ea typeface="Arial"/>
                <a:cs typeface="Arial"/>
              </a:defRPr>
            </a:pPr>
            <a:r>
              <a:rPr sz="1500" b="0">
                <a:solidFill>
                  <a:srgbClr val="C3D3D2"/>
                </a:solidFill>
                <a:latin typeface="Arial"/>
                <a:ea typeface="Arial"/>
                <a:cs typeface="Arial"/>
              </a:rPr>
              <a:t>The current fixed test has been reused. A fresh, representative set is needed for stronger claims.</a:t>
            </a:r>
          </a:p>
        </p:txBody>
      </p:sp>
      <p:sp>
        <p:nvSpPr>
          <p:cNvPr id="11" name="">
            <a:extLst xmlns:a="http://schemas.openxmlformats.org/drawingml/2006/main">
              <a:ext uri="{FF2B5EF4-FFF2-40B4-BE49-F238E27FC236}">
                <a16:creationId xmlns:a16="http://schemas.microsoft.com/office/drawing/2014/main" id="{C4322926-800B-4F6A-937A-8B0ECEE5BC09}"/>
              </a:ext>
            </a:extLst>
          </p:cNvPr>
          <p:cNvSpPr>
            <a:spLocks xmlns:a="http://schemas.openxmlformats.org/drawingml/2006/main" noGrp="1"/>
          </p:cNvSpPr>
          <p:nvPr/>
        </p:nvSpPr>
        <p:spPr>
          <a:xfrm xmlns:a="http://schemas.openxmlformats.org/drawingml/2006/main">
            <a:off x="1562100" y="4010025"/>
            <a:ext cx="9848850" cy="19050"/>
          </a:xfrm>
          <a:prstGeom xmlns:a="http://schemas.openxmlformats.org/drawingml/2006/main" prst="rect">
            <a:avLst/>
          </a:prstGeom>
          <a:solidFill xmlns:a="http://schemas.openxmlformats.org/drawingml/2006/main">
            <a:srgbClr val="3151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4385EF-CE92-42A5-831E-B06B61D5DAB6}"/>
              </a:ext>
            </a:extLst>
          </p:cNvPr>
          <p:cNvSpPr>
            <a:spLocks xmlns:a="http://schemas.openxmlformats.org/drawingml/2006/main" noGrp="1"/>
          </p:cNvSpPr>
          <p:nvPr/>
        </p:nvSpPr>
        <p:spPr>
          <a:xfrm xmlns:a="http://schemas.openxmlformats.org/drawingml/2006/main">
            <a:off x="762000" y="4305300"/>
            <a:ext cx="552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0C25B"/>
                </a:solidFill>
                <a:latin typeface="Arial"/>
                <a:ea typeface="Arial"/>
                <a:cs typeface="Arial"/>
              </a:defRPr>
            </a:defPPr>
            <a:lvl1pPr algn="l">
              <a:defRPr sz="1875" b="1">
                <a:solidFill>
                  <a:srgbClr val="F0C25B"/>
                </a:solidFill>
                <a:latin typeface="Arial"/>
                <a:ea typeface="Arial"/>
                <a:cs typeface="Arial"/>
              </a:defRPr>
            </a:lvl1pPr>
            <a:lvl2pPr algn="l">
              <a:defRPr sz="1875" b="1">
                <a:solidFill>
                  <a:srgbClr val="F0C25B"/>
                </a:solidFill>
                <a:latin typeface="Arial"/>
                <a:ea typeface="Arial"/>
                <a:cs typeface="Arial"/>
              </a:defRPr>
            </a:lvl2pPr>
            <a:lvl3pPr algn="l">
              <a:defRPr sz="1875" b="1">
                <a:solidFill>
                  <a:srgbClr val="F0C25B"/>
                </a:solidFill>
                <a:latin typeface="Arial"/>
                <a:ea typeface="Arial"/>
                <a:cs typeface="Arial"/>
              </a:defRPr>
            </a:lvl3pPr>
            <a:lvl4pPr algn="l">
              <a:defRPr sz="1875" b="1">
                <a:solidFill>
                  <a:srgbClr val="F0C25B"/>
                </a:solidFill>
                <a:latin typeface="Arial"/>
                <a:ea typeface="Arial"/>
                <a:cs typeface="Arial"/>
              </a:defRPr>
            </a:lvl4pPr>
            <a:lvl5pPr algn="l">
              <a:defRPr sz="1875" b="1">
                <a:solidFill>
                  <a:srgbClr val="F0C25B"/>
                </a:solidFill>
                <a:latin typeface="Arial"/>
                <a:ea typeface="Arial"/>
                <a:cs typeface="Arial"/>
              </a:defRPr>
            </a:lvl5pPr>
            <a:lvl6pPr algn="l">
              <a:defRPr sz="1875" b="1">
                <a:solidFill>
                  <a:srgbClr val="F0C25B"/>
                </a:solidFill>
                <a:latin typeface="Arial"/>
                <a:ea typeface="Arial"/>
                <a:cs typeface="Arial"/>
              </a:defRPr>
            </a:lvl6pPr>
            <a:lvl7pPr algn="l">
              <a:defRPr sz="1875" b="1">
                <a:solidFill>
                  <a:srgbClr val="F0C25B"/>
                </a:solidFill>
                <a:latin typeface="Arial"/>
                <a:ea typeface="Arial"/>
                <a:cs typeface="Arial"/>
              </a:defRPr>
            </a:lvl7pPr>
            <a:lvl8pPr algn="l">
              <a:defRPr sz="1875" b="1">
                <a:solidFill>
                  <a:srgbClr val="F0C25B"/>
                </a:solidFill>
                <a:latin typeface="Arial"/>
                <a:ea typeface="Arial"/>
                <a:cs typeface="Arial"/>
              </a:defRPr>
            </a:lvl8pPr>
            <a:lvl9pPr algn="l">
              <a:defRPr sz="1875" b="1">
                <a:solidFill>
                  <a:srgbClr val="F0C25B"/>
                </a:solidFill>
                <a:latin typeface="Arial"/>
                <a:ea typeface="Arial"/>
                <a:cs typeface="Arial"/>
              </a:defRPr>
            </a:lvl9pPr>
          </a:lstStyle>
          <a:p xmlns:a="http://schemas.openxmlformats.org/drawingml/2006/main">
            <a:pPr algn="l">
              <a:lnSpc>
                <a:spcPct val="102000"/>
              </a:lnSpc>
              <a:buNone/>
              <a:defRPr sz="1875" b="1">
                <a:solidFill>
                  <a:srgbClr val="F0C25B"/>
                </a:solidFill>
                <a:latin typeface="Arial"/>
                <a:ea typeface="Arial"/>
                <a:cs typeface="Arial"/>
              </a:defRPr>
            </a:pPr>
            <a:r>
              <a:rPr sz="1875" b="1">
                <a:solidFill>
                  <a:srgbClr val="F0C25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7B159F2-7611-47F3-81D3-003C922CD255}"/>
              </a:ext>
            </a:extLst>
          </p:cNvPr>
          <p:cNvSpPr>
            <a:spLocks xmlns:a="http://schemas.openxmlformats.org/drawingml/2006/main" noGrp="1"/>
          </p:cNvSpPr>
          <p:nvPr/>
        </p:nvSpPr>
        <p:spPr>
          <a:xfrm xmlns:a="http://schemas.openxmlformats.org/drawingml/2006/main">
            <a:off x="1562100" y="429577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2000"/>
              </a:lnSpc>
              <a:buNone/>
              <a:defRPr sz="1875" b="1">
                <a:solidFill>
                  <a:srgbClr val="FFFFFF"/>
                </a:solidFill>
                <a:latin typeface="Arial"/>
                <a:ea typeface="Arial"/>
                <a:cs typeface="Arial"/>
              </a:defRPr>
            </a:pPr>
            <a:r>
              <a:rPr sz="1875" b="1">
                <a:solidFill>
                  <a:srgbClr val="FFFFFF"/>
                </a:solidFill>
                <a:latin typeface="Arial"/>
                <a:ea typeface="Arial"/>
                <a:cs typeface="Arial"/>
              </a:rPr>
              <a:t>Confirm success criteria</a:t>
            </a:r>
          </a:p>
        </p:txBody>
      </p:sp>
      <p:sp>
        <p:nvSpPr>
          <p:cNvPr id="14" name="">
            <a:extLst xmlns:a="http://schemas.openxmlformats.org/drawingml/2006/main">
              <a:ext uri="{FF2B5EF4-FFF2-40B4-BE49-F238E27FC236}">
                <a16:creationId xmlns:a16="http://schemas.microsoft.com/office/drawing/2014/main" id="{73F7ABE4-7B90-4022-949F-641AAD0D44C5}"/>
              </a:ext>
            </a:extLst>
          </p:cNvPr>
          <p:cNvSpPr>
            <a:spLocks xmlns:a="http://schemas.openxmlformats.org/drawingml/2006/main" noGrp="1"/>
          </p:cNvSpPr>
          <p:nvPr/>
        </p:nvSpPr>
        <p:spPr>
          <a:xfrm xmlns:a="http://schemas.openxmlformats.org/drawingml/2006/main">
            <a:off x="5429250" y="428625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3D3D2"/>
                </a:solidFill>
                <a:latin typeface="Arial"/>
                <a:ea typeface="Arial"/>
                <a:cs typeface="Arial"/>
              </a:defRPr>
            </a:defPPr>
            <a:lvl1pPr algn="l">
              <a:defRPr sz="1500" b="0">
                <a:solidFill>
                  <a:srgbClr val="C3D3D2"/>
                </a:solidFill>
                <a:latin typeface="Arial"/>
                <a:ea typeface="Arial"/>
                <a:cs typeface="Arial"/>
              </a:defRPr>
            </a:lvl1pPr>
            <a:lvl2pPr algn="l">
              <a:defRPr sz="1500" b="0">
                <a:solidFill>
                  <a:srgbClr val="C3D3D2"/>
                </a:solidFill>
                <a:latin typeface="Arial"/>
                <a:ea typeface="Arial"/>
                <a:cs typeface="Arial"/>
              </a:defRPr>
            </a:lvl2pPr>
            <a:lvl3pPr algn="l">
              <a:defRPr sz="1500" b="0">
                <a:solidFill>
                  <a:srgbClr val="C3D3D2"/>
                </a:solidFill>
                <a:latin typeface="Arial"/>
                <a:ea typeface="Arial"/>
                <a:cs typeface="Arial"/>
              </a:defRPr>
            </a:lvl3pPr>
            <a:lvl4pPr algn="l">
              <a:defRPr sz="1500" b="0">
                <a:solidFill>
                  <a:srgbClr val="C3D3D2"/>
                </a:solidFill>
                <a:latin typeface="Arial"/>
                <a:ea typeface="Arial"/>
                <a:cs typeface="Arial"/>
              </a:defRPr>
            </a:lvl4pPr>
            <a:lvl5pPr algn="l">
              <a:defRPr sz="1500" b="0">
                <a:solidFill>
                  <a:srgbClr val="C3D3D2"/>
                </a:solidFill>
                <a:latin typeface="Arial"/>
                <a:ea typeface="Arial"/>
                <a:cs typeface="Arial"/>
              </a:defRPr>
            </a:lvl5pPr>
            <a:lvl6pPr algn="l">
              <a:defRPr sz="1500" b="0">
                <a:solidFill>
                  <a:srgbClr val="C3D3D2"/>
                </a:solidFill>
                <a:latin typeface="Arial"/>
                <a:ea typeface="Arial"/>
                <a:cs typeface="Arial"/>
              </a:defRPr>
            </a:lvl6pPr>
            <a:lvl7pPr algn="l">
              <a:defRPr sz="1500" b="0">
                <a:solidFill>
                  <a:srgbClr val="C3D3D2"/>
                </a:solidFill>
                <a:latin typeface="Arial"/>
                <a:ea typeface="Arial"/>
                <a:cs typeface="Arial"/>
              </a:defRPr>
            </a:lvl7pPr>
            <a:lvl8pPr algn="l">
              <a:defRPr sz="1500" b="0">
                <a:solidFill>
                  <a:srgbClr val="C3D3D2"/>
                </a:solidFill>
                <a:latin typeface="Arial"/>
                <a:ea typeface="Arial"/>
                <a:cs typeface="Arial"/>
              </a:defRPr>
            </a:lvl8pPr>
            <a:lvl9pPr algn="l">
              <a:defRPr sz="1500" b="0">
                <a:solidFill>
                  <a:srgbClr val="C3D3D2"/>
                </a:solidFill>
                <a:latin typeface="Arial"/>
                <a:ea typeface="Arial"/>
                <a:cs typeface="Arial"/>
              </a:defRPr>
            </a:lvl9pPr>
          </a:lstStyle>
          <a:p xmlns:a="http://schemas.openxmlformats.org/drawingml/2006/main">
            <a:pPr algn="l">
              <a:lnSpc>
                <a:spcPct val="102000"/>
              </a:lnSpc>
              <a:buNone/>
              <a:defRPr sz="1500" b="0">
                <a:solidFill>
                  <a:srgbClr val="C3D3D2"/>
                </a:solidFill>
                <a:latin typeface="Arial"/>
                <a:ea typeface="Arial"/>
                <a:cs typeface="Arial"/>
              </a:defRPr>
            </a:pPr>
            <a:r>
              <a:rPr sz="1500" b="0">
                <a:solidFill>
                  <a:srgbClr val="C3D3D2"/>
                </a:solidFill>
                <a:latin typeface="Arial"/>
                <a:ea typeface="Arial"/>
                <a:cs typeface="Arial"/>
              </a:rPr>
              <a:t>Agree on recall and acceptable false alarms with the group and instructor before more experiments.</a:t>
            </a:r>
          </a:p>
        </p:txBody>
      </p:sp>
      <p:sp>
        <p:nvSpPr>
          <p:cNvPr id="15" name="">
            <a:extLst xmlns:a="http://schemas.openxmlformats.org/drawingml/2006/main">
              <a:ext uri="{FF2B5EF4-FFF2-40B4-BE49-F238E27FC236}">
                <a16:creationId xmlns:a16="http://schemas.microsoft.com/office/drawing/2014/main" id="{9369B213-F750-4E75-8C95-7A3BCA1503E1}"/>
              </a:ext>
            </a:extLst>
          </p:cNvPr>
          <p:cNvSpPr>
            <a:spLocks xmlns:a="http://schemas.openxmlformats.org/drawingml/2006/main" noGrp="1"/>
          </p:cNvSpPr>
          <p:nvPr/>
        </p:nvSpPr>
        <p:spPr>
          <a:xfrm xmlns:a="http://schemas.openxmlformats.org/drawingml/2006/main">
            <a:off x="762000" y="5514975"/>
            <a:ext cx="10648950" cy="19050"/>
          </a:xfrm>
          <a:prstGeom xmlns:a="http://schemas.openxmlformats.org/drawingml/2006/main" prst="rect">
            <a:avLst/>
          </a:prstGeom>
          <a:solidFill xmlns:a="http://schemas.openxmlformats.org/drawingml/2006/main">
            <a:srgbClr val="315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4E6CCE-FF79-45C0-A767-E3FF3B5B4153}"/>
              </a:ext>
            </a:extLst>
          </p:cNvPr>
          <p:cNvSpPr>
            <a:spLocks xmlns:a="http://schemas.openxmlformats.org/drawingml/2006/main" noGrp="1"/>
          </p:cNvSpPr>
          <p:nvPr/>
        </p:nvSpPr>
        <p:spPr>
          <a:xfrm xmlns:a="http://schemas.openxmlformats.org/drawingml/2006/main">
            <a:off x="762000" y="57531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79"/>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2000"/>
              </a:lnSpc>
              <a:buNone/>
              <a:defRPr sz="1575" b="1">
                <a:solidFill>
                  <a:srgbClr val="FFFFFF"/>
                </a:solidFill>
                <a:latin typeface="Arial"/>
                <a:ea typeface="Arial"/>
                <a:cs typeface="Arial"/>
              </a:defRPr>
            </a:pPr>
            <a:r>
              <a:rPr sz="1575" b="1">
                <a:solidFill>
                  <a:srgbClr val="FFFFFF"/>
                </a:solidFill>
                <a:latin typeface="Arial"/>
                <a:ea typeface="Arial"/>
                <a:cs typeface="Arial"/>
              </a:rPr>
              <a:t>A screening flag may prompt a conversation. Diagnosis requires a qualified health professional and appropriate testing.</a:t>
            </a:r>
          </a:p>
        </p:txBody>
      </p:sp>
      <p:sp>
        <p:nvSpPr>
          <p:cNvPr id="17" name="">
            <a:extLst xmlns:a="http://schemas.openxmlformats.org/drawingml/2006/main">
              <a:ext uri="{FF2B5EF4-FFF2-40B4-BE49-F238E27FC236}">
                <a16:creationId xmlns:a16="http://schemas.microsoft.com/office/drawing/2014/main" id="{F72F5781-42E5-4485-B41F-C03ECEFF536F}"/>
              </a:ext>
            </a:extLst>
          </p:cNvPr>
          <p:cNvSpPr>
            <a:spLocks xmlns:a="http://schemas.openxmlformats.org/drawingml/2006/main" noGrp="1"/>
          </p:cNvSpPr>
          <p:nvPr/>
        </p:nvSpPr>
        <p:spPr>
          <a:xfrm xmlns:a="http://schemas.openxmlformats.org/drawingml/2006/main">
            <a:off x="762000" y="63150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77C9C4"/>
                </a:solidFill>
                <a:latin typeface="Arial"/>
                <a:ea typeface="Arial"/>
                <a:cs typeface="Arial"/>
              </a:defRPr>
            </a:defPPr>
            <a:lvl1pPr algn="l">
              <a:defRPr sz="1275" b="1">
                <a:solidFill>
                  <a:srgbClr val="77C9C4"/>
                </a:solidFill>
                <a:latin typeface="Arial"/>
                <a:ea typeface="Arial"/>
                <a:cs typeface="Arial"/>
              </a:defRPr>
            </a:lvl1pPr>
            <a:lvl2pPr algn="l">
              <a:defRPr sz="1275" b="1">
                <a:solidFill>
                  <a:srgbClr val="77C9C4"/>
                </a:solidFill>
                <a:latin typeface="Arial"/>
                <a:ea typeface="Arial"/>
                <a:cs typeface="Arial"/>
              </a:defRPr>
            </a:lvl2pPr>
            <a:lvl3pPr algn="l">
              <a:defRPr sz="1275" b="1">
                <a:solidFill>
                  <a:srgbClr val="77C9C4"/>
                </a:solidFill>
                <a:latin typeface="Arial"/>
                <a:ea typeface="Arial"/>
                <a:cs typeface="Arial"/>
              </a:defRPr>
            </a:lvl3pPr>
            <a:lvl4pPr algn="l">
              <a:defRPr sz="1275" b="1">
                <a:solidFill>
                  <a:srgbClr val="77C9C4"/>
                </a:solidFill>
                <a:latin typeface="Arial"/>
                <a:ea typeface="Arial"/>
                <a:cs typeface="Arial"/>
              </a:defRPr>
            </a:lvl4pPr>
            <a:lvl5pPr algn="l">
              <a:defRPr sz="1275" b="1">
                <a:solidFill>
                  <a:srgbClr val="77C9C4"/>
                </a:solidFill>
                <a:latin typeface="Arial"/>
                <a:ea typeface="Arial"/>
                <a:cs typeface="Arial"/>
              </a:defRPr>
            </a:lvl5pPr>
            <a:lvl6pPr algn="l">
              <a:defRPr sz="1275" b="1">
                <a:solidFill>
                  <a:srgbClr val="77C9C4"/>
                </a:solidFill>
                <a:latin typeface="Arial"/>
                <a:ea typeface="Arial"/>
                <a:cs typeface="Arial"/>
              </a:defRPr>
            </a:lvl6pPr>
            <a:lvl7pPr algn="l">
              <a:defRPr sz="1275" b="1">
                <a:solidFill>
                  <a:srgbClr val="77C9C4"/>
                </a:solidFill>
                <a:latin typeface="Arial"/>
                <a:ea typeface="Arial"/>
                <a:cs typeface="Arial"/>
              </a:defRPr>
            </a:lvl7pPr>
            <a:lvl8pPr algn="l">
              <a:defRPr sz="1275" b="1">
                <a:solidFill>
                  <a:srgbClr val="77C9C4"/>
                </a:solidFill>
                <a:latin typeface="Arial"/>
                <a:ea typeface="Arial"/>
                <a:cs typeface="Arial"/>
              </a:defRPr>
            </a:lvl8pPr>
            <a:lvl9pPr algn="l">
              <a:defRPr sz="1275" b="1">
                <a:solidFill>
                  <a:srgbClr val="77C9C4"/>
                </a:solidFill>
                <a:latin typeface="Arial"/>
                <a:ea typeface="Arial"/>
                <a:cs typeface="Arial"/>
              </a:defRPr>
            </a:lvl9pPr>
          </a:lstStyle>
          <a:p xmlns:a="http://schemas.openxmlformats.org/drawingml/2006/main">
            <a:pPr algn="l">
              <a:lnSpc>
                <a:spcPct val="102000"/>
              </a:lnSpc>
              <a:buNone/>
              <a:defRPr sz="1275" b="1">
                <a:solidFill>
                  <a:srgbClr val="77C9C4"/>
                </a:solidFill>
                <a:latin typeface="Arial"/>
                <a:ea typeface="Arial"/>
                <a:cs typeface="Arial"/>
              </a:defRPr>
            </a:pPr>
            <a:r>
              <a:rPr sz="1275" b="1">
                <a:solidFill>
                  <a:srgbClr val="77C9C4"/>
                </a:solidFill>
                <a:latin typeface="Arial"/>
                <a:ea typeface="Arial"/>
                <a:cs typeface="Arial"/>
              </a:rPr>
              <a:t>Thank you · Questions</a:t>
            </a:r>
          </a:p>
        </p:txBody>
      </p:sp>
    </p:spTree>
    <p:extLst>
      <p:ext uri="{BB962C8B-B14F-4D97-AF65-F5344CB8AC3E}">
        <p14:creationId xmlns:p14="http://schemas.microsoft.com/office/powerpoint/2010/main" val="1281784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2026-10-25T16:11:08.9110000Z</dcterms:created>
  <dcterms:modified xsi:type="dcterms:W3CDTF">2026-10-25T16:11:08.9110000Z</dcterms:modified>
</coreProperties>
</file>